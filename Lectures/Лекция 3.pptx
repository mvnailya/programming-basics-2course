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sldIdLst>
    <p:sldId id="256" r:id="rId3"/>
    <p:sldId id="333" r:id="rId4"/>
    <p:sldId id="344" r:id="rId5"/>
    <p:sldId id="334" r:id="rId6"/>
    <p:sldId id="335" r:id="rId7"/>
    <p:sldId id="336" r:id="rId8"/>
    <p:sldId id="337" r:id="rId9"/>
    <p:sldId id="338" r:id="rId10"/>
    <p:sldId id="339" r:id="rId11"/>
    <p:sldId id="341" r:id="rId12"/>
    <p:sldId id="342" r:id="rId13"/>
    <p:sldId id="343" r:id="rId14"/>
    <p:sldId id="345" r:id="rId15"/>
    <p:sldId id="346" r:id="rId16"/>
    <p:sldId id="34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3" d="2"/>
        <a:sy n="3" d="2"/>
      </p:scale>
      <p:origin x="0" y="-29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аиля Мавлюдова" userId="946b87bdd2203ae6" providerId="LiveId" clId="{FAB57212-4BD6-4236-89E6-A4AB6D114C46}"/>
    <pc:docChg chg="undo custSel addSld delSld modSld delMainMaster">
      <pc:chgData name="Наиля Мавлюдова" userId="946b87bdd2203ae6" providerId="LiveId" clId="{FAB57212-4BD6-4236-89E6-A4AB6D114C46}" dt="2026-09-16T06:27:46.141" v="1013" actId="47"/>
      <pc:docMkLst>
        <pc:docMk/>
      </pc:docMkLst>
      <pc:sldChg chg="modSp add del mod setBg">
        <pc:chgData name="Наиля Мавлюдова" userId="946b87bdd2203ae6" providerId="LiveId" clId="{FAB57212-4BD6-4236-89E6-A4AB6D114C46}" dt="2026-09-16T06:27:44.471" v="1012" actId="1076"/>
        <pc:sldMkLst>
          <pc:docMk/>
          <pc:sldMk cId="0" sldId="256"/>
        </pc:sldMkLst>
        <pc:spChg chg="mod">
          <ac:chgData name="Наиля Мавлюдова" userId="946b87bdd2203ae6" providerId="LiveId" clId="{FAB57212-4BD6-4236-89E6-A4AB6D114C46}" dt="2026-09-16T06:27:44.471" v="1012" actId="1076"/>
          <ac:spMkLst>
            <pc:docMk/>
            <pc:sldMk cId="0" sldId="256"/>
            <ac:spMk id="88" creationId="{00000000-0000-0000-0000-000000000000}"/>
          </ac:spMkLst>
        </pc:spChg>
      </pc:sldChg>
      <pc:sldChg chg="modSp add del mod setBg">
        <pc:chgData name="Наиля Мавлюдова" userId="946b87bdd2203ae6" providerId="LiveId" clId="{FAB57212-4BD6-4236-89E6-A4AB6D114C46}" dt="2026-09-16T06:27:46.141" v="1013" actId="47"/>
        <pc:sldMkLst>
          <pc:docMk/>
          <pc:sldMk cId="2254807987" sldId="332"/>
        </pc:sldMkLst>
        <pc:spChg chg="mod">
          <ac:chgData name="Наиля Мавлюдова" userId="946b87bdd2203ae6" providerId="LiveId" clId="{FAB57212-4BD6-4236-89E6-A4AB6D114C46}" dt="2026-09-16T06:27:13.129" v="1002" actId="20577"/>
          <ac:spMkLst>
            <pc:docMk/>
            <pc:sldMk cId="2254807987" sldId="332"/>
            <ac:spMk id="27" creationId="{AB3BEA9F-74AD-4CE7-925A-B024CE301E7D}"/>
          </ac:spMkLst>
        </pc:spChg>
      </pc:sldChg>
      <pc:sldChg chg="addSp delSp modSp new mod modClrScheme chgLayout">
        <pc:chgData name="Наиля Мавлюдова" userId="946b87bdd2203ae6" providerId="LiveId" clId="{FAB57212-4BD6-4236-89E6-A4AB6D114C46}" dt="2026-08-28T11:14:54.022" v="90" actId="1076"/>
        <pc:sldMkLst>
          <pc:docMk/>
          <pc:sldMk cId="1551153132" sldId="333"/>
        </pc:sldMkLst>
        <pc:spChg chg="del">
          <ac:chgData name="Наиля Мавлюдова" userId="946b87bdd2203ae6" providerId="LiveId" clId="{FAB57212-4BD6-4236-89E6-A4AB6D114C46}" dt="2026-08-28T11:10:09.964" v="12" actId="700"/>
          <ac:spMkLst>
            <pc:docMk/>
            <pc:sldMk cId="1551153132" sldId="333"/>
            <ac:spMk id="2" creationId="{03CE248F-C276-015A-6D0B-3C850703463D}"/>
          </ac:spMkLst>
        </pc:spChg>
        <pc:spChg chg="del">
          <ac:chgData name="Наиля Мавлюдова" userId="946b87bdd2203ae6" providerId="LiveId" clId="{FAB57212-4BD6-4236-89E6-A4AB6D114C46}" dt="2026-08-28T11:10:09.964" v="12" actId="700"/>
          <ac:spMkLst>
            <pc:docMk/>
            <pc:sldMk cId="1551153132" sldId="333"/>
            <ac:spMk id="3" creationId="{4E837C6C-D508-D655-8321-BAA2402E8957}"/>
          </ac:spMkLst>
        </pc:spChg>
        <pc:spChg chg="add mod">
          <ac:chgData name="Наиля Мавлюдова" userId="946b87bdd2203ae6" providerId="LiveId" clId="{FAB57212-4BD6-4236-89E6-A4AB6D114C46}" dt="2026-08-28T11:11:22.273" v="20" actId="1076"/>
          <ac:spMkLst>
            <pc:docMk/>
            <pc:sldMk cId="1551153132" sldId="333"/>
            <ac:spMk id="9" creationId="{0E53443C-51A5-D71F-9F32-CDD54BFE889F}"/>
          </ac:spMkLst>
        </pc:spChg>
        <pc:spChg chg="add mod">
          <ac:chgData name="Наиля Мавлюдова" userId="946b87bdd2203ae6" providerId="LiveId" clId="{FAB57212-4BD6-4236-89E6-A4AB6D114C46}" dt="2026-08-28T11:11:57.492" v="30" actId="1076"/>
          <ac:spMkLst>
            <pc:docMk/>
            <pc:sldMk cId="1551153132" sldId="333"/>
            <ac:spMk id="10" creationId="{DCF6EFAA-4BCA-CDAA-B7EB-8D0322CAAE46}"/>
          </ac:spMkLst>
        </pc:spChg>
        <pc:spChg chg="add mod">
          <ac:chgData name="Наиля Мавлюдова" userId="946b87bdd2203ae6" providerId="LiveId" clId="{FAB57212-4BD6-4236-89E6-A4AB6D114C46}" dt="2026-08-28T11:12:41.756" v="44" actId="113"/>
          <ac:spMkLst>
            <pc:docMk/>
            <pc:sldMk cId="1551153132" sldId="333"/>
            <ac:spMk id="11" creationId="{AC764E09-E9BD-C0BB-7A6D-F060A05E391D}"/>
          </ac:spMkLst>
        </pc:spChg>
        <pc:spChg chg="add mod">
          <ac:chgData name="Наиля Мавлюдова" userId="946b87bdd2203ae6" providerId="LiveId" clId="{FAB57212-4BD6-4236-89E6-A4AB6D114C46}" dt="2026-08-28T11:14:02.271" v="70" actId="14100"/>
          <ac:spMkLst>
            <pc:docMk/>
            <pc:sldMk cId="1551153132" sldId="333"/>
            <ac:spMk id="12" creationId="{BB5DFAD0-47D9-0507-B2DA-A6183DD36C4C}"/>
          </ac:spMkLst>
        </pc:spChg>
        <pc:spChg chg="add mod">
          <ac:chgData name="Наиля Мавлюдова" userId="946b87bdd2203ae6" providerId="LiveId" clId="{FAB57212-4BD6-4236-89E6-A4AB6D114C46}" dt="2026-08-28T11:14:48.514" v="89" actId="14100"/>
          <ac:spMkLst>
            <pc:docMk/>
            <pc:sldMk cId="1551153132" sldId="333"/>
            <ac:spMk id="13" creationId="{14598331-6238-DD99-09E4-CC37D7467153}"/>
          </ac:spMkLst>
        </pc:spChg>
        <pc:spChg chg="add mod">
          <ac:chgData name="Наиля Мавлюдова" userId="946b87bdd2203ae6" providerId="LiveId" clId="{FAB57212-4BD6-4236-89E6-A4AB6D114C46}" dt="2026-08-28T11:13:13.934" v="54" actId="20577"/>
          <ac:spMkLst>
            <pc:docMk/>
            <pc:sldMk cId="1551153132" sldId="333"/>
            <ac:spMk id="14" creationId="{3F691230-F50F-A75A-7C8F-F58BE92BC2E2}"/>
          </ac:spMkLst>
        </pc:spChg>
        <pc:spChg chg="add mod">
          <ac:chgData name="Наиля Мавлюдова" userId="946b87bdd2203ae6" providerId="LiveId" clId="{FAB57212-4BD6-4236-89E6-A4AB6D114C46}" dt="2026-08-28T11:14:45.254" v="88" actId="113"/>
          <ac:spMkLst>
            <pc:docMk/>
            <pc:sldMk cId="1551153132" sldId="333"/>
            <ac:spMk id="15" creationId="{C1CDA779-07F9-83CF-6872-663D314D5960}"/>
          </ac:spMkLst>
        </pc:spChg>
        <pc:spChg chg="add mod">
          <ac:chgData name="Наиля Мавлюдова" userId="946b87bdd2203ae6" providerId="LiveId" clId="{FAB57212-4BD6-4236-89E6-A4AB6D114C46}" dt="2026-08-28T11:14:41.296" v="87" actId="1076"/>
          <ac:spMkLst>
            <pc:docMk/>
            <pc:sldMk cId="1551153132" sldId="333"/>
            <ac:spMk id="16" creationId="{15653DF6-7DC5-21F7-2E24-4468FCF348BF}"/>
          </ac:spMkLst>
        </pc:spChg>
        <pc:grpChg chg="add mod">
          <ac:chgData name="Наиля Мавлюдова" userId="946b87bdd2203ae6" providerId="LiveId" clId="{FAB57212-4BD6-4236-89E6-A4AB6D114C46}" dt="2026-08-28T11:10:10.386" v="13"/>
          <ac:grpSpMkLst>
            <pc:docMk/>
            <pc:sldMk cId="1551153132" sldId="333"/>
            <ac:grpSpMk id="5" creationId="{B731B1D8-C1C2-3617-436A-E199D65305DF}"/>
          </ac:grpSpMkLst>
        </pc:grpChg>
        <pc:picChg chg="add mod ord">
          <ac:chgData name="Наиля Мавлюдова" userId="946b87bdd2203ae6" providerId="LiveId" clId="{FAB57212-4BD6-4236-89E6-A4AB6D114C46}" dt="2026-08-28T11:14:54.022" v="90" actId="1076"/>
          <ac:picMkLst>
            <pc:docMk/>
            <pc:sldMk cId="1551153132" sldId="333"/>
            <ac:picMk id="4" creationId="{950B0C6D-E22C-CA2B-EACE-871B0B199ECE}"/>
          </ac:picMkLst>
        </pc:picChg>
        <pc:picChg chg="add mod ord">
          <ac:chgData name="Наиля Мавлюдова" userId="946b87bdd2203ae6" providerId="LiveId" clId="{FAB57212-4BD6-4236-89E6-A4AB6D114C46}" dt="2026-08-28T11:13:57.865" v="69" actId="14100"/>
          <ac:picMkLst>
            <pc:docMk/>
            <pc:sldMk cId="1551153132" sldId="333"/>
            <ac:picMk id="17" creationId="{E9034CBD-5073-0954-41DC-5243169D3A22}"/>
          </ac:picMkLst>
        </pc:picChg>
        <pc:picChg chg="add mod ord">
          <ac:chgData name="Наиля Мавлюдова" userId="946b87bdd2203ae6" providerId="LiveId" clId="{FAB57212-4BD6-4236-89E6-A4AB6D114C46}" dt="2026-08-28T11:14:11.017" v="74" actId="14100"/>
          <ac:picMkLst>
            <pc:docMk/>
            <pc:sldMk cId="1551153132" sldId="333"/>
            <ac:picMk id="18" creationId="{0269BE01-3C25-352F-F4F0-40205CFEE351}"/>
          </ac:picMkLst>
        </pc:picChg>
        <pc:picChg chg="add mod ord">
          <ac:chgData name="Наиля Мавлюдова" userId="946b87bdd2203ae6" providerId="LiveId" clId="{FAB57212-4BD6-4236-89E6-A4AB6D114C46}" dt="2026-08-28T11:14:32.304" v="84" actId="167"/>
          <ac:picMkLst>
            <pc:docMk/>
            <pc:sldMk cId="1551153132" sldId="333"/>
            <ac:picMk id="19" creationId="{26454151-F915-649F-38BF-1AFA4EA7A17F}"/>
          </ac:picMkLst>
        </pc:picChg>
        <pc:cxnChg chg="mod">
          <ac:chgData name="Наиля Мавлюдова" userId="946b87bdd2203ae6" providerId="LiveId" clId="{FAB57212-4BD6-4236-89E6-A4AB6D114C46}" dt="2026-08-28T11:10:10.386" v="13"/>
          <ac:cxnSpMkLst>
            <pc:docMk/>
            <pc:sldMk cId="1551153132" sldId="333"/>
            <ac:cxnSpMk id="6" creationId="{55D11192-9CA5-8790-4F4E-57A7EC7A89CC}"/>
          </ac:cxnSpMkLst>
        </pc:cxnChg>
        <pc:cxnChg chg="mod">
          <ac:chgData name="Наиля Мавлюдова" userId="946b87bdd2203ae6" providerId="LiveId" clId="{FAB57212-4BD6-4236-89E6-A4AB6D114C46}" dt="2026-08-28T11:10:10.386" v="13"/>
          <ac:cxnSpMkLst>
            <pc:docMk/>
            <pc:sldMk cId="1551153132" sldId="333"/>
            <ac:cxnSpMk id="7" creationId="{25C7EFE5-975E-BA9A-694E-A0B9A4E86883}"/>
          </ac:cxnSpMkLst>
        </pc:cxnChg>
        <pc:cxnChg chg="mod">
          <ac:chgData name="Наиля Мавлюдова" userId="946b87bdd2203ae6" providerId="LiveId" clId="{FAB57212-4BD6-4236-89E6-A4AB6D114C46}" dt="2026-08-28T11:10:10.386" v="13"/>
          <ac:cxnSpMkLst>
            <pc:docMk/>
            <pc:sldMk cId="1551153132" sldId="333"/>
            <ac:cxnSpMk id="8" creationId="{D1D16EDC-7790-7284-8FB5-A2FFEB669275}"/>
          </ac:cxnSpMkLst>
        </pc:cxnChg>
      </pc:sldChg>
      <pc:sldChg chg="addSp modSp new mod">
        <pc:chgData name="Наиля Мавлюдова" userId="946b87bdd2203ae6" providerId="LiveId" clId="{FAB57212-4BD6-4236-89E6-A4AB6D114C46}" dt="2026-08-28T11:19:18.690" v="174" actId="1076"/>
        <pc:sldMkLst>
          <pc:docMk/>
          <pc:sldMk cId="3827229884" sldId="334"/>
        </pc:sldMkLst>
        <pc:spChg chg="add mod">
          <ac:chgData name="Наиля Мавлюдова" userId="946b87bdd2203ae6" providerId="LiveId" clId="{FAB57212-4BD6-4236-89E6-A4AB6D114C46}" dt="2026-08-28T11:15:23.421" v="98" actId="1076"/>
          <ac:spMkLst>
            <pc:docMk/>
            <pc:sldMk cId="3827229884" sldId="334"/>
            <ac:spMk id="2" creationId="{B6215558-CC5E-C26C-1201-35E03C5758CD}"/>
          </ac:spMkLst>
        </pc:spChg>
        <pc:spChg chg="add mod">
          <ac:chgData name="Наиля Мавлюдова" userId="946b87bdd2203ae6" providerId="LiveId" clId="{FAB57212-4BD6-4236-89E6-A4AB6D114C46}" dt="2026-08-28T11:15:47.105" v="109" actId="20577"/>
          <ac:spMkLst>
            <pc:docMk/>
            <pc:sldMk cId="3827229884" sldId="334"/>
            <ac:spMk id="8" creationId="{AF8BAF7B-9FB3-B67D-DD0B-526E5CCDEC46}"/>
          </ac:spMkLst>
        </pc:spChg>
        <pc:spChg chg="add mod">
          <ac:chgData name="Наиля Мавлюдова" userId="946b87bdd2203ae6" providerId="LiveId" clId="{FAB57212-4BD6-4236-89E6-A4AB6D114C46}" dt="2026-08-28T11:16:27.772" v="123" actId="113"/>
          <ac:spMkLst>
            <pc:docMk/>
            <pc:sldMk cId="3827229884" sldId="334"/>
            <ac:spMk id="9" creationId="{9B7CEF74-FFCE-C1D8-1936-60577F6728A6}"/>
          </ac:spMkLst>
        </pc:spChg>
        <pc:spChg chg="add mod">
          <ac:chgData name="Наиля Мавлюдова" userId="946b87bdd2203ae6" providerId="LiveId" clId="{FAB57212-4BD6-4236-89E6-A4AB6D114C46}" dt="2026-08-28T11:16:20.240" v="122" actId="14100"/>
          <ac:spMkLst>
            <pc:docMk/>
            <pc:sldMk cId="3827229884" sldId="334"/>
            <ac:spMk id="10" creationId="{B25A3660-60B0-ED24-B3A6-AA46B3118F99}"/>
          </ac:spMkLst>
        </pc:spChg>
        <pc:spChg chg="add mod">
          <ac:chgData name="Наиля Мавлюдова" userId="946b87bdd2203ae6" providerId="LiveId" clId="{FAB57212-4BD6-4236-89E6-A4AB6D114C46}" dt="2026-08-28T11:17:15.159" v="131" actId="1076"/>
          <ac:spMkLst>
            <pc:docMk/>
            <pc:sldMk cId="3827229884" sldId="334"/>
            <ac:spMk id="12" creationId="{5FA44FA9-5E76-137C-CA7C-47648B0E3B9A}"/>
          </ac:spMkLst>
        </pc:spChg>
        <pc:spChg chg="add mod">
          <ac:chgData name="Наиля Мавлюдова" userId="946b87bdd2203ae6" providerId="LiveId" clId="{FAB57212-4BD6-4236-89E6-A4AB6D114C46}" dt="2026-08-28T11:19:18.690" v="174" actId="1076"/>
          <ac:spMkLst>
            <pc:docMk/>
            <pc:sldMk cId="3827229884" sldId="334"/>
            <ac:spMk id="13" creationId="{65C5297B-B4AA-2A59-384B-E27436197152}"/>
          </ac:spMkLst>
        </pc:spChg>
        <pc:spChg chg="add mod">
          <ac:chgData name="Наиля Мавлюдова" userId="946b87bdd2203ae6" providerId="LiveId" clId="{FAB57212-4BD6-4236-89E6-A4AB6D114C46}" dt="2026-08-28T11:18:39.863" v="160" actId="14100"/>
          <ac:spMkLst>
            <pc:docMk/>
            <pc:sldMk cId="3827229884" sldId="334"/>
            <ac:spMk id="14" creationId="{FDD26F87-2E8F-5801-2202-07EE4FB3A0EC}"/>
          </ac:spMkLst>
        </pc:spChg>
        <pc:spChg chg="add mod">
          <ac:chgData name="Наиля Мавлюдова" userId="946b87bdd2203ae6" providerId="LiveId" clId="{FAB57212-4BD6-4236-89E6-A4AB6D114C46}" dt="2026-08-28T11:18:42.204" v="161" actId="1076"/>
          <ac:spMkLst>
            <pc:docMk/>
            <pc:sldMk cId="3827229884" sldId="334"/>
            <ac:spMk id="15" creationId="{94D459E4-3E58-8C44-5144-81563EF1F2D8}"/>
          </ac:spMkLst>
        </pc:spChg>
        <pc:spChg chg="add mod">
          <ac:chgData name="Наиля Мавлюдова" userId="946b87bdd2203ae6" providerId="LiveId" clId="{FAB57212-4BD6-4236-89E6-A4AB6D114C46}" dt="2026-08-28T11:18:44.301" v="162" actId="1076"/>
          <ac:spMkLst>
            <pc:docMk/>
            <pc:sldMk cId="3827229884" sldId="334"/>
            <ac:spMk id="16" creationId="{8B27D2AE-37E7-4665-F5E5-5FAE033C4236}"/>
          </ac:spMkLst>
        </pc:spChg>
        <pc:spChg chg="add mod">
          <ac:chgData name="Наиля Мавлюдова" userId="946b87bdd2203ae6" providerId="LiveId" clId="{FAB57212-4BD6-4236-89E6-A4AB6D114C46}" dt="2026-08-28T11:18:47.126" v="163" actId="1076"/>
          <ac:spMkLst>
            <pc:docMk/>
            <pc:sldMk cId="3827229884" sldId="334"/>
            <ac:spMk id="17" creationId="{4034229B-DD46-547E-5640-FE6F3BE636A0}"/>
          </ac:spMkLst>
        </pc:spChg>
        <pc:spChg chg="add mod">
          <ac:chgData name="Наиля Мавлюдова" userId="946b87bdd2203ae6" providerId="LiveId" clId="{FAB57212-4BD6-4236-89E6-A4AB6D114C46}" dt="2026-08-28T11:18:51.130" v="164" actId="1076"/>
          <ac:spMkLst>
            <pc:docMk/>
            <pc:sldMk cId="3827229884" sldId="334"/>
            <ac:spMk id="18" creationId="{3B08EE87-308D-B878-E5BA-7216EF5CA4EA}"/>
          </ac:spMkLst>
        </pc:spChg>
        <pc:spChg chg="add mod">
          <ac:chgData name="Наиля Мавлюдова" userId="946b87bdd2203ae6" providerId="LiveId" clId="{FAB57212-4BD6-4236-89E6-A4AB6D114C46}" dt="2026-08-28T11:19:14.139" v="173" actId="113"/>
          <ac:spMkLst>
            <pc:docMk/>
            <pc:sldMk cId="3827229884" sldId="334"/>
            <ac:spMk id="19" creationId="{E9D76936-A1B2-2678-9467-B1ACE1709D41}"/>
          </ac:spMkLst>
        </pc:spChg>
        <pc:spChg chg="add mod">
          <ac:chgData name="Наиля Мавлюдова" userId="946b87bdd2203ae6" providerId="LiveId" clId="{FAB57212-4BD6-4236-89E6-A4AB6D114C46}" dt="2026-08-28T11:19:10.504" v="171" actId="14100"/>
          <ac:spMkLst>
            <pc:docMk/>
            <pc:sldMk cId="3827229884" sldId="334"/>
            <ac:spMk id="20" creationId="{833E9C88-2EA4-19AD-B64C-382CCB31BE8B}"/>
          </ac:spMkLst>
        </pc:spChg>
        <pc:grpChg chg="add mod">
          <ac:chgData name="Наиля Мавлюдова" userId="946b87bdd2203ae6" providerId="LiveId" clId="{FAB57212-4BD6-4236-89E6-A4AB6D114C46}" dt="2026-08-28T11:15:26.535" v="99"/>
          <ac:grpSpMkLst>
            <pc:docMk/>
            <pc:sldMk cId="3827229884" sldId="334"/>
            <ac:grpSpMk id="3" creationId="{3ED43C4C-9033-2064-6A25-AF5F43F3952C}"/>
          </ac:grpSpMkLst>
        </pc:grpChg>
        <pc:picChg chg="add mod">
          <ac:chgData name="Наиля Мавлюдова" userId="946b87bdd2203ae6" providerId="LiveId" clId="{FAB57212-4BD6-4236-89E6-A4AB6D114C46}" dt="2026-08-28T11:15:30.739" v="102" actId="1076"/>
          <ac:picMkLst>
            <pc:docMk/>
            <pc:sldMk cId="3827229884" sldId="334"/>
            <ac:picMk id="7" creationId="{0B7CF602-25C4-C215-2884-03EC994582DC}"/>
          </ac:picMkLst>
        </pc:picChg>
        <pc:picChg chg="add mod ord">
          <ac:chgData name="Наиля Мавлюдова" userId="946b87bdd2203ae6" providerId="LiveId" clId="{FAB57212-4BD6-4236-89E6-A4AB6D114C46}" dt="2026-08-28T11:16:14.214" v="120" actId="167"/>
          <ac:picMkLst>
            <pc:docMk/>
            <pc:sldMk cId="3827229884" sldId="334"/>
            <ac:picMk id="11" creationId="{8124C400-2B91-376C-FACB-7C5C54F2ABB4}"/>
          </ac:picMkLst>
        </pc:picChg>
        <pc:cxnChg chg="mod">
          <ac:chgData name="Наиля Мавлюдова" userId="946b87bdd2203ae6" providerId="LiveId" clId="{FAB57212-4BD6-4236-89E6-A4AB6D114C46}" dt="2026-08-28T11:15:26.535" v="99"/>
          <ac:cxnSpMkLst>
            <pc:docMk/>
            <pc:sldMk cId="3827229884" sldId="334"/>
            <ac:cxnSpMk id="4" creationId="{30E86F90-8DCE-00DF-056B-1AC668AC8769}"/>
          </ac:cxnSpMkLst>
        </pc:cxnChg>
        <pc:cxnChg chg="mod">
          <ac:chgData name="Наиля Мавлюдова" userId="946b87bdd2203ae6" providerId="LiveId" clId="{FAB57212-4BD6-4236-89E6-A4AB6D114C46}" dt="2026-08-28T11:15:26.535" v="99"/>
          <ac:cxnSpMkLst>
            <pc:docMk/>
            <pc:sldMk cId="3827229884" sldId="334"/>
            <ac:cxnSpMk id="5" creationId="{B945E78B-53D5-1F06-F8F6-D5F3422CE875}"/>
          </ac:cxnSpMkLst>
        </pc:cxnChg>
        <pc:cxnChg chg="mod">
          <ac:chgData name="Наиля Мавлюдова" userId="946b87bdd2203ae6" providerId="LiveId" clId="{FAB57212-4BD6-4236-89E6-A4AB6D114C46}" dt="2026-08-28T11:15:26.535" v="99"/>
          <ac:cxnSpMkLst>
            <pc:docMk/>
            <pc:sldMk cId="3827229884" sldId="334"/>
            <ac:cxnSpMk id="6" creationId="{49D22606-B5E7-78BD-29C8-7C7C5C25B5F4}"/>
          </ac:cxnSpMkLst>
        </pc:cxnChg>
      </pc:sldChg>
      <pc:sldChg chg="addSp modSp new mod">
        <pc:chgData name="Наиля Мавлюдова" userId="946b87bdd2203ae6" providerId="LiveId" clId="{FAB57212-4BD6-4236-89E6-A4AB6D114C46}" dt="2026-08-28T11:21:31.163" v="222" actId="1076"/>
        <pc:sldMkLst>
          <pc:docMk/>
          <pc:sldMk cId="1413572789" sldId="335"/>
        </pc:sldMkLst>
        <pc:spChg chg="add mod">
          <ac:chgData name="Наиля Мавлюдова" userId="946b87bdd2203ae6" providerId="LiveId" clId="{FAB57212-4BD6-4236-89E6-A4AB6D114C46}" dt="2026-08-28T11:19:43.381" v="180" actId="255"/>
          <ac:spMkLst>
            <pc:docMk/>
            <pc:sldMk cId="1413572789" sldId="335"/>
            <ac:spMk id="2" creationId="{CFF643F7-62CB-4C0B-9847-638C753D29DD}"/>
          </ac:spMkLst>
        </pc:spChg>
        <pc:spChg chg="add mod">
          <ac:chgData name="Наиля Мавлюдова" userId="946b87bdd2203ae6" providerId="LiveId" clId="{FAB57212-4BD6-4236-89E6-A4AB6D114C46}" dt="2026-08-28T11:20:06.374" v="190" actId="20577"/>
          <ac:spMkLst>
            <pc:docMk/>
            <pc:sldMk cId="1413572789" sldId="335"/>
            <ac:spMk id="8" creationId="{53B59D9B-65B9-6B12-A9E2-0C4A438006D5}"/>
          </ac:spMkLst>
        </pc:spChg>
        <pc:spChg chg="add mod">
          <ac:chgData name="Наиля Мавлюдова" userId="946b87bdd2203ae6" providerId="LiveId" clId="{FAB57212-4BD6-4236-89E6-A4AB6D114C46}" dt="2026-08-28T11:21:09.129" v="213" actId="1076"/>
          <ac:spMkLst>
            <pc:docMk/>
            <pc:sldMk cId="1413572789" sldId="335"/>
            <ac:spMk id="9" creationId="{86D9D6FD-887D-783C-782C-CF9641CFB389}"/>
          </ac:spMkLst>
        </pc:spChg>
        <pc:spChg chg="add mod">
          <ac:chgData name="Наиля Мавлюдова" userId="946b87bdd2203ae6" providerId="LiveId" clId="{FAB57212-4BD6-4236-89E6-A4AB6D114C46}" dt="2026-08-28T11:21:21.076" v="218" actId="20577"/>
          <ac:spMkLst>
            <pc:docMk/>
            <pc:sldMk cId="1413572789" sldId="335"/>
            <ac:spMk id="10" creationId="{8C229C92-549A-7DAA-B25D-677E9E063A37}"/>
          </ac:spMkLst>
        </pc:spChg>
        <pc:spChg chg="add mod">
          <ac:chgData name="Наиля Мавлюдова" userId="946b87bdd2203ae6" providerId="LiveId" clId="{FAB57212-4BD6-4236-89E6-A4AB6D114C46}" dt="2026-08-28T11:21:31.163" v="222" actId="1076"/>
          <ac:spMkLst>
            <pc:docMk/>
            <pc:sldMk cId="1413572789" sldId="335"/>
            <ac:spMk id="11" creationId="{CFFD8A7B-6F22-CE72-E737-75739BC43A85}"/>
          </ac:spMkLst>
        </pc:spChg>
        <pc:spChg chg="add mod">
          <ac:chgData name="Наиля Мавлюдова" userId="946b87bdd2203ae6" providerId="LiveId" clId="{FAB57212-4BD6-4236-89E6-A4AB6D114C46}" dt="2026-08-28T11:21:04.464" v="212" actId="1076"/>
          <ac:spMkLst>
            <pc:docMk/>
            <pc:sldMk cId="1413572789" sldId="335"/>
            <ac:spMk id="12" creationId="{287195F2-CFEF-2C1D-57B5-D0850CC14B0B}"/>
          </ac:spMkLst>
        </pc:spChg>
        <pc:grpChg chg="add mod">
          <ac:chgData name="Наиля Мавлюдова" userId="946b87bdd2203ae6" providerId="LiveId" clId="{FAB57212-4BD6-4236-89E6-A4AB6D114C46}" dt="2026-08-28T11:19:47.281" v="181"/>
          <ac:grpSpMkLst>
            <pc:docMk/>
            <pc:sldMk cId="1413572789" sldId="335"/>
            <ac:grpSpMk id="3" creationId="{99B9EDB1-B177-2AB7-65CE-98820FBDD088}"/>
          </ac:grpSpMkLst>
        </pc:grpChg>
        <pc:picChg chg="add mod">
          <ac:chgData name="Наиля Мавлюдова" userId="946b87bdd2203ae6" providerId="LiveId" clId="{FAB57212-4BD6-4236-89E6-A4AB6D114C46}" dt="2026-08-28T11:19:47.281" v="181"/>
          <ac:picMkLst>
            <pc:docMk/>
            <pc:sldMk cId="1413572789" sldId="335"/>
            <ac:picMk id="7" creationId="{B855A541-10FA-706C-253E-E9BD359D67D0}"/>
          </ac:picMkLst>
        </pc:picChg>
        <pc:cxnChg chg="mod">
          <ac:chgData name="Наиля Мавлюдова" userId="946b87bdd2203ae6" providerId="LiveId" clId="{FAB57212-4BD6-4236-89E6-A4AB6D114C46}" dt="2026-08-28T11:19:47.281" v="181"/>
          <ac:cxnSpMkLst>
            <pc:docMk/>
            <pc:sldMk cId="1413572789" sldId="335"/>
            <ac:cxnSpMk id="4" creationId="{252399CB-E8EE-EA41-6AC3-91CE5A7DE4D4}"/>
          </ac:cxnSpMkLst>
        </pc:cxnChg>
        <pc:cxnChg chg="mod">
          <ac:chgData name="Наиля Мавлюдова" userId="946b87bdd2203ae6" providerId="LiveId" clId="{FAB57212-4BD6-4236-89E6-A4AB6D114C46}" dt="2026-08-28T11:19:47.281" v="181"/>
          <ac:cxnSpMkLst>
            <pc:docMk/>
            <pc:sldMk cId="1413572789" sldId="335"/>
            <ac:cxnSpMk id="5" creationId="{A623536F-5A71-3469-FBB4-E437C6F8E558}"/>
          </ac:cxnSpMkLst>
        </pc:cxnChg>
        <pc:cxnChg chg="mod">
          <ac:chgData name="Наиля Мавлюдова" userId="946b87bdd2203ae6" providerId="LiveId" clId="{FAB57212-4BD6-4236-89E6-A4AB6D114C46}" dt="2026-08-28T11:19:47.281" v="181"/>
          <ac:cxnSpMkLst>
            <pc:docMk/>
            <pc:sldMk cId="1413572789" sldId="335"/>
            <ac:cxnSpMk id="6" creationId="{F94FF1C7-75B4-9E2E-51B6-62A9275226C0}"/>
          </ac:cxnSpMkLst>
        </pc:cxnChg>
      </pc:sldChg>
      <pc:sldChg chg="addSp modSp new mod">
        <pc:chgData name="Наиля Мавлюдова" userId="946b87bdd2203ae6" providerId="LiveId" clId="{FAB57212-4BD6-4236-89E6-A4AB6D114C46}" dt="2026-08-28T11:24:52.876" v="279" actId="20577"/>
        <pc:sldMkLst>
          <pc:docMk/>
          <pc:sldMk cId="891273772" sldId="336"/>
        </pc:sldMkLst>
        <pc:spChg chg="add mod">
          <ac:chgData name="Наиля Мавлюдова" userId="946b87bdd2203ae6" providerId="LiveId" clId="{FAB57212-4BD6-4236-89E6-A4AB6D114C46}" dt="2026-08-28T11:21:55.931" v="233" actId="1076"/>
          <ac:spMkLst>
            <pc:docMk/>
            <pc:sldMk cId="891273772" sldId="336"/>
            <ac:spMk id="2" creationId="{CD5B24F5-1011-1D71-98CD-5882A9D497C5}"/>
          </ac:spMkLst>
        </pc:spChg>
        <pc:spChg chg="add mod">
          <ac:chgData name="Наиля Мавлюдова" userId="946b87bdd2203ae6" providerId="LiveId" clId="{FAB57212-4BD6-4236-89E6-A4AB6D114C46}" dt="2026-08-28T11:23:37.628" v="250" actId="1076"/>
          <ac:spMkLst>
            <pc:docMk/>
            <pc:sldMk cId="891273772" sldId="336"/>
            <ac:spMk id="8" creationId="{5FAAE75B-E05D-DBD0-FC7D-92C46EA3AFB6}"/>
          </ac:spMkLst>
        </pc:spChg>
        <pc:spChg chg="add mod">
          <ac:chgData name="Наиля Мавлюдова" userId="946b87bdd2203ae6" providerId="LiveId" clId="{FAB57212-4BD6-4236-89E6-A4AB6D114C46}" dt="2026-08-28T11:24:09.964" v="263" actId="113"/>
          <ac:spMkLst>
            <pc:docMk/>
            <pc:sldMk cId="891273772" sldId="336"/>
            <ac:spMk id="9" creationId="{053D9123-72F5-FD0C-ED05-D0FA847A77C1}"/>
          </ac:spMkLst>
        </pc:spChg>
        <pc:spChg chg="add mod">
          <ac:chgData name="Наиля Мавлюдова" userId="946b87bdd2203ae6" providerId="LiveId" clId="{FAB57212-4BD6-4236-89E6-A4AB6D114C46}" dt="2026-08-28T11:24:20.525" v="267" actId="14100"/>
          <ac:spMkLst>
            <pc:docMk/>
            <pc:sldMk cId="891273772" sldId="336"/>
            <ac:spMk id="10" creationId="{F25E76FD-B93F-90EE-9207-D04931F3E3D7}"/>
          </ac:spMkLst>
        </pc:spChg>
        <pc:spChg chg="add mod">
          <ac:chgData name="Наиля Мавлюдова" userId="946b87bdd2203ae6" providerId="LiveId" clId="{FAB57212-4BD6-4236-89E6-A4AB6D114C46}" dt="2026-08-28T11:24:14.803" v="265" actId="113"/>
          <ac:spMkLst>
            <pc:docMk/>
            <pc:sldMk cId="891273772" sldId="336"/>
            <ac:spMk id="11" creationId="{42FF8215-A2D5-A8A4-5C68-B6C0487AD4EF}"/>
          </ac:spMkLst>
        </pc:spChg>
        <pc:spChg chg="add mod">
          <ac:chgData name="Наиля Мавлюдова" userId="946b87bdd2203ae6" providerId="LiveId" clId="{FAB57212-4BD6-4236-89E6-A4AB6D114C46}" dt="2026-08-28T11:24:22.764" v="268" actId="14100"/>
          <ac:spMkLst>
            <pc:docMk/>
            <pc:sldMk cId="891273772" sldId="336"/>
            <ac:spMk id="12" creationId="{AC47BC9D-7E81-1B01-352E-AF86023859F9}"/>
          </ac:spMkLst>
        </pc:spChg>
        <pc:spChg chg="add mod ord">
          <ac:chgData name="Наиля Мавлюдова" userId="946b87bdd2203ae6" providerId="LiveId" clId="{FAB57212-4BD6-4236-89E6-A4AB6D114C46}" dt="2026-08-28T11:23:59.690" v="258" actId="167"/>
          <ac:spMkLst>
            <pc:docMk/>
            <pc:sldMk cId="891273772" sldId="336"/>
            <ac:spMk id="13" creationId="{BB6561BE-C4CE-E1EC-9645-6C2C4A30500A}"/>
          </ac:spMkLst>
        </pc:spChg>
        <pc:spChg chg="add mod ord">
          <ac:chgData name="Наиля Мавлюдова" userId="946b87bdd2203ae6" providerId="LiveId" clId="{FAB57212-4BD6-4236-89E6-A4AB6D114C46}" dt="2026-08-28T11:24:12.765" v="264" actId="20577"/>
          <ac:spMkLst>
            <pc:docMk/>
            <pc:sldMk cId="891273772" sldId="336"/>
            <ac:spMk id="14" creationId="{6166EA2A-54A4-E9F8-E8AE-AD633BAD9FE8}"/>
          </ac:spMkLst>
        </pc:spChg>
        <pc:spChg chg="add mod">
          <ac:chgData name="Наиля Мавлюдова" userId="946b87bdd2203ae6" providerId="LiveId" clId="{FAB57212-4BD6-4236-89E6-A4AB6D114C46}" dt="2026-08-28T11:24:52.876" v="279" actId="20577"/>
          <ac:spMkLst>
            <pc:docMk/>
            <pc:sldMk cId="891273772" sldId="336"/>
            <ac:spMk id="15" creationId="{49DB40E4-7643-48DC-A61D-8B89A4608643}"/>
          </ac:spMkLst>
        </pc:spChg>
        <pc:grpChg chg="add mod">
          <ac:chgData name="Наиля Мавлюдова" userId="946b87bdd2203ae6" providerId="LiveId" clId="{FAB57212-4BD6-4236-89E6-A4AB6D114C46}" dt="2026-08-28T11:21:53.245" v="232"/>
          <ac:grpSpMkLst>
            <pc:docMk/>
            <pc:sldMk cId="891273772" sldId="336"/>
            <ac:grpSpMk id="3" creationId="{40FDA525-5818-376D-EE50-02D885C380CD}"/>
          </ac:grpSpMkLst>
        </pc:grpChg>
        <pc:picChg chg="add mod">
          <ac:chgData name="Наиля Мавлюдова" userId="946b87bdd2203ae6" providerId="LiveId" clId="{FAB57212-4BD6-4236-89E6-A4AB6D114C46}" dt="2026-08-28T11:21:53.245" v="232"/>
          <ac:picMkLst>
            <pc:docMk/>
            <pc:sldMk cId="891273772" sldId="336"/>
            <ac:picMk id="7" creationId="{820B31C3-4507-6FD6-C9B0-CC3B8C749FE0}"/>
          </ac:picMkLst>
        </pc:picChg>
        <pc:cxnChg chg="mod">
          <ac:chgData name="Наиля Мавлюдова" userId="946b87bdd2203ae6" providerId="LiveId" clId="{FAB57212-4BD6-4236-89E6-A4AB6D114C46}" dt="2026-08-28T11:21:53.245" v="232"/>
          <ac:cxnSpMkLst>
            <pc:docMk/>
            <pc:sldMk cId="891273772" sldId="336"/>
            <ac:cxnSpMk id="4" creationId="{171528F5-E097-F914-D23F-1ECAA8AC8B65}"/>
          </ac:cxnSpMkLst>
        </pc:cxnChg>
        <pc:cxnChg chg="mod">
          <ac:chgData name="Наиля Мавлюдова" userId="946b87bdd2203ae6" providerId="LiveId" clId="{FAB57212-4BD6-4236-89E6-A4AB6D114C46}" dt="2026-08-28T11:21:53.245" v="232"/>
          <ac:cxnSpMkLst>
            <pc:docMk/>
            <pc:sldMk cId="891273772" sldId="336"/>
            <ac:cxnSpMk id="5" creationId="{D214C874-8225-2588-F459-A35AEF0ADF88}"/>
          </ac:cxnSpMkLst>
        </pc:cxnChg>
        <pc:cxnChg chg="mod">
          <ac:chgData name="Наиля Мавлюдова" userId="946b87bdd2203ae6" providerId="LiveId" clId="{FAB57212-4BD6-4236-89E6-A4AB6D114C46}" dt="2026-08-28T11:21:53.245" v="232"/>
          <ac:cxnSpMkLst>
            <pc:docMk/>
            <pc:sldMk cId="891273772" sldId="336"/>
            <ac:cxnSpMk id="6" creationId="{7F2AD12D-A93F-BA5E-70BE-506AC3B50E3E}"/>
          </ac:cxnSpMkLst>
        </pc:cxnChg>
      </pc:sldChg>
      <pc:sldChg chg="addSp delSp modSp new mod">
        <pc:chgData name="Наиля Мавлюдова" userId="946b87bdd2203ae6" providerId="LiveId" clId="{FAB57212-4BD6-4236-89E6-A4AB6D114C46}" dt="2026-08-28T11:31:40.551" v="373" actId="17032"/>
        <pc:sldMkLst>
          <pc:docMk/>
          <pc:sldMk cId="2810726705" sldId="337"/>
        </pc:sldMkLst>
        <pc:spChg chg="add mod">
          <ac:chgData name="Наиля Мавлюдова" userId="946b87bdd2203ae6" providerId="LiveId" clId="{FAB57212-4BD6-4236-89E6-A4AB6D114C46}" dt="2026-08-28T11:25:36.135" v="287" actId="1076"/>
          <ac:spMkLst>
            <pc:docMk/>
            <pc:sldMk cId="2810726705" sldId="337"/>
            <ac:spMk id="2" creationId="{DADD4B95-5C09-4919-E47C-FE9DD235BC6E}"/>
          </ac:spMkLst>
        </pc:spChg>
        <pc:spChg chg="add mod">
          <ac:chgData name="Наиля Мавлюдова" userId="946b87bdd2203ae6" providerId="LiveId" clId="{FAB57212-4BD6-4236-89E6-A4AB6D114C46}" dt="2026-08-28T11:25:52.256" v="294" actId="20577"/>
          <ac:spMkLst>
            <pc:docMk/>
            <pc:sldMk cId="2810726705" sldId="337"/>
            <ac:spMk id="8" creationId="{6484B520-A784-B229-8E44-A7E4C80B5816}"/>
          </ac:spMkLst>
        </pc:spChg>
        <pc:spChg chg="add mod">
          <ac:chgData name="Наиля Мавлюдова" userId="946b87bdd2203ae6" providerId="LiveId" clId="{FAB57212-4BD6-4236-89E6-A4AB6D114C46}" dt="2026-08-28T11:27:59.285" v="327" actId="113"/>
          <ac:spMkLst>
            <pc:docMk/>
            <pc:sldMk cId="2810726705" sldId="337"/>
            <ac:spMk id="9" creationId="{8269304D-5298-59FE-732A-8651F0365A86}"/>
          </ac:spMkLst>
        </pc:spChg>
        <pc:spChg chg="add mod">
          <ac:chgData name="Наиля Мавлюдова" userId="946b87bdd2203ae6" providerId="LiveId" clId="{FAB57212-4BD6-4236-89E6-A4AB6D114C46}" dt="2026-08-28T11:28:06.825" v="330" actId="1076"/>
          <ac:spMkLst>
            <pc:docMk/>
            <pc:sldMk cId="2810726705" sldId="337"/>
            <ac:spMk id="10" creationId="{E36FE68C-D085-B611-0850-CE2579986A01}"/>
          </ac:spMkLst>
        </pc:spChg>
        <pc:spChg chg="add mod">
          <ac:chgData name="Наиля Мавлюдова" userId="946b87bdd2203ae6" providerId="LiveId" clId="{FAB57212-4BD6-4236-89E6-A4AB6D114C46}" dt="2026-08-28T11:28:21.289" v="332" actId="14100"/>
          <ac:spMkLst>
            <pc:docMk/>
            <pc:sldMk cId="2810726705" sldId="337"/>
            <ac:spMk id="11" creationId="{4880BDAC-DCCD-CD6B-D5AB-26DDD798DF97}"/>
          </ac:spMkLst>
        </pc:spChg>
        <pc:spChg chg="add del mod">
          <ac:chgData name="Наиля Мавлюдова" userId="946b87bdd2203ae6" providerId="LiveId" clId="{FAB57212-4BD6-4236-89E6-A4AB6D114C46}" dt="2026-08-28T11:31:09.484" v="365" actId="21"/>
          <ac:spMkLst>
            <pc:docMk/>
            <pc:sldMk cId="2810726705" sldId="337"/>
            <ac:spMk id="12" creationId="{F632F491-FB57-523C-2FF2-BD3C90F16EB0}"/>
          </ac:spMkLst>
        </pc:spChg>
        <pc:spChg chg="add del mod ord">
          <ac:chgData name="Наиля Мавлюдова" userId="946b87bdd2203ae6" providerId="LiveId" clId="{FAB57212-4BD6-4236-89E6-A4AB6D114C46}" dt="2026-08-28T11:28:51.420" v="341" actId="478"/>
          <ac:spMkLst>
            <pc:docMk/>
            <pc:sldMk cId="2810726705" sldId="337"/>
            <ac:spMk id="13" creationId="{28B63915-4821-2616-DF9F-3F5648B81452}"/>
          </ac:spMkLst>
        </pc:spChg>
        <pc:spChg chg="add mod ord">
          <ac:chgData name="Наиля Мавлюдова" userId="946b87bdd2203ae6" providerId="LiveId" clId="{FAB57212-4BD6-4236-89E6-A4AB6D114C46}" dt="2026-08-28T11:31:40.551" v="373" actId="17032"/>
          <ac:spMkLst>
            <pc:docMk/>
            <pc:sldMk cId="2810726705" sldId="337"/>
            <ac:spMk id="13" creationId="{7A1986AB-328C-3ECD-5DD5-6AB68422AAAD}"/>
          </ac:spMkLst>
        </pc:spChg>
        <pc:spChg chg="add del mod ord">
          <ac:chgData name="Наиля Мавлюдова" userId="946b87bdd2203ae6" providerId="LiveId" clId="{FAB57212-4BD6-4236-89E6-A4AB6D114C46}" dt="2026-08-28T11:29:35.218" v="355" actId="478"/>
          <ac:spMkLst>
            <pc:docMk/>
            <pc:sldMk cId="2810726705" sldId="337"/>
            <ac:spMk id="14" creationId="{71CF2B09-FACD-4C1C-44F4-6D4B2A86CAB6}"/>
          </ac:spMkLst>
        </pc:spChg>
        <pc:spChg chg="add mod">
          <ac:chgData name="Наиля Мавлюдова" userId="946b87bdd2203ae6" providerId="LiveId" clId="{FAB57212-4BD6-4236-89E6-A4AB6D114C46}" dt="2026-08-28T11:31:29.111" v="369" actId="1076"/>
          <ac:spMkLst>
            <pc:docMk/>
            <pc:sldMk cId="2810726705" sldId="337"/>
            <ac:spMk id="14" creationId="{F632F491-FB57-523C-2FF2-BD3C90F16EB0}"/>
          </ac:spMkLst>
        </pc:spChg>
        <pc:spChg chg="add del mod ord">
          <ac:chgData name="Наиля Мавлюдова" userId="946b87bdd2203ae6" providerId="LiveId" clId="{FAB57212-4BD6-4236-89E6-A4AB6D114C46}" dt="2026-08-28T11:31:17.859" v="366" actId="478"/>
          <ac:spMkLst>
            <pc:docMk/>
            <pc:sldMk cId="2810726705" sldId="337"/>
            <ac:spMk id="15" creationId="{000A0C5E-B256-F43D-4E27-52729B66933A}"/>
          </ac:spMkLst>
        </pc:spChg>
        <pc:grpChg chg="add mod">
          <ac:chgData name="Наиля Мавлюдова" userId="946b87bdd2203ae6" providerId="LiveId" clId="{FAB57212-4BD6-4236-89E6-A4AB6D114C46}" dt="2026-08-28T11:25:33.557" v="286"/>
          <ac:grpSpMkLst>
            <pc:docMk/>
            <pc:sldMk cId="2810726705" sldId="337"/>
            <ac:grpSpMk id="3" creationId="{7D03EE9A-BE34-84B7-532E-D07D7DC8E0DF}"/>
          </ac:grpSpMkLst>
        </pc:grpChg>
        <pc:picChg chg="add mod">
          <ac:chgData name="Наиля Мавлюдова" userId="946b87bdd2203ae6" providerId="LiveId" clId="{FAB57212-4BD6-4236-89E6-A4AB6D114C46}" dt="2026-08-28T11:25:33.557" v="286"/>
          <ac:picMkLst>
            <pc:docMk/>
            <pc:sldMk cId="2810726705" sldId="337"/>
            <ac:picMk id="7" creationId="{BA622851-3B91-F63C-4294-3E348BEA6E07}"/>
          </ac:picMkLst>
        </pc:picChg>
        <pc:cxnChg chg="mod">
          <ac:chgData name="Наиля Мавлюдова" userId="946b87bdd2203ae6" providerId="LiveId" clId="{FAB57212-4BD6-4236-89E6-A4AB6D114C46}" dt="2026-08-28T11:25:33.557" v="286"/>
          <ac:cxnSpMkLst>
            <pc:docMk/>
            <pc:sldMk cId="2810726705" sldId="337"/>
            <ac:cxnSpMk id="4" creationId="{5D51405A-1BE0-9D93-E290-4FB84059CA5C}"/>
          </ac:cxnSpMkLst>
        </pc:cxnChg>
        <pc:cxnChg chg="mod">
          <ac:chgData name="Наиля Мавлюдова" userId="946b87bdd2203ae6" providerId="LiveId" clId="{FAB57212-4BD6-4236-89E6-A4AB6D114C46}" dt="2026-08-28T11:25:33.557" v="286"/>
          <ac:cxnSpMkLst>
            <pc:docMk/>
            <pc:sldMk cId="2810726705" sldId="337"/>
            <ac:cxnSpMk id="5" creationId="{10F934FE-9F22-DFFD-6C36-E619E6794859}"/>
          </ac:cxnSpMkLst>
        </pc:cxnChg>
        <pc:cxnChg chg="mod">
          <ac:chgData name="Наиля Мавлюдова" userId="946b87bdd2203ae6" providerId="LiveId" clId="{FAB57212-4BD6-4236-89E6-A4AB6D114C46}" dt="2026-08-28T11:25:33.557" v="286"/>
          <ac:cxnSpMkLst>
            <pc:docMk/>
            <pc:sldMk cId="2810726705" sldId="337"/>
            <ac:cxnSpMk id="6" creationId="{04C1CFA2-C380-7DED-884D-46789AC66120}"/>
          </ac:cxnSpMkLst>
        </pc:cxnChg>
      </pc:sldChg>
      <pc:sldChg chg="addSp modSp new mod">
        <pc:chgData name="Наиля Мавлюдова" userId="946b87bdd2203ae6" providerId="LiveId" clId="{FAB57212-4BD6-4236-89E6-A4AB6D114C46}" dt="2026-08-28T11:34:48.384" v="428" actId="1076"/>
        <pc:sldMkLst>
          <pc:docMk/>
          <pc:sldMk cId="1525773586" sldId="338"/>
        </pc:sldMkLst>
        <pc:spChg chg="add mod">
          <ac:chgData name="Наиля Мавлюдова" userId="946b87bdd2203ae6" providerId="LiveId" clId="{FAB57212-4BD6-4236-89E6-A4AB6D114C46}" dt="2026-08-28T11:32:13.461" v="381" actId="1076"/>
          <ac:spMkLst>
            <pc:docMk/>
            <pc:sldMk cId="1525773586" sldId="338"/>
            <ac:spMk id="2" creationId="{375497EA-B9A0-C3D1-09F1-E41B16A27179}"/>
          </ac:spMkLst>
        </pc:spChg>
        <pc:spChg chg="add mod">
          <ac:chgData name="Наиля Мавлюдова" userId="946b87bdd2203ae6" providerId="LiveId" clId="{FAB57212-4BD6-4236-89E6-A4AB6D114C46}" dt="2026-08-28T11:32:45.319" v="399" actId="113"/>
          <ac:spMkLst>
            <pc:docMk/>
            <pc:sldMk cId="1525773586" sldId="338"/>
            <ac:spMk id="8" creationId="{116EA80C-CAAB-338E-2280-AF091CF0EE57}"/>
          </ac:spMkLst>
        </pc:spChg>
        <pc:spChg chg="add mod">
          <ac:chgData name="Наиля Мавлюдова" userId="946b87bdd2203ae6" providerId="LiveId" clId="{FAB57212-4BD6-4236-89E6-A4AB6D114C46}" dt="2026-08-28T11:32:40.716" v="396" actId="14100"/>
          <ac:spMkLst>
            <pc:docMk/>
            <pc:sldMk cId="1525773586" sldId="338"/>
            <ac:spMk id="9" creationId="{B8C5BB0E-8DAB-F456-FDF0-250B49CE084A}"/>
          </ac:spMkLst>
        </pc:spChg>
        <pc:spChg chg="add mod">
          <ac:chgData name="Наиля Мавлюдова" userId="946b87bdd2203ae6" providerId="LiveId" clId="{FAB57212-4BD6-4236-89E6-A4AB6D114C46}" dt="2026-08-28T11:33:07.944" v="407" actId="113"/>
          <ac:spMkLst>
            <pc:docMk/>
            <pc:sldMk cId="1525773586" sldId="338"/>
            <ac:spMk id="10" creationId="{9A672B41-12D1-3561-B3D1-FBB21D0FB5B4}"/>
          </ac:spMkLst>
        </pc:spChg>
        <pc:spChg chg="add mod">
          <ac:chgData name="Наиля Мавлюдова" userId="946b87bdd2203ae6" providerId="LiveId" clId="{FAB57212-4BD6-4236-89E6-A4AB6D114C46}" dt="2026-08-28T11:33:13.082" v="408" actId="1076"/>
          <ac:spMkLst>
            <pc:docMk/>
            <pc:sldMk cId="1525773586" sldId="338"/>
            <ac:spMk id="11" creationId="{E22978F8-A0C1-E701-DAFD-A823104C7900}"/>
          </ac:spMkLst>
        </pc:spChg>
        <pc:spChg chg="add mod">
          <ac:chgData name="Наиля Мавлюдова" userId="946b87bdd2203ae6" providerId="LiveId" clId="{FAB57212-4BD6-4236-89E6-A4AB6D114C46}" dt="2026-08-28T11:34:38.478" v="424" actId="1076"/>
          <ac:spMkLst>
            <pc:docMk/>
            <pc:sldMk cId="1525773586" sldId="338"/>
            <ac:spMk id="12" creationId="{D4DCD371-AA82-4ED2-8B54-59D57E423529}"/>
          </ac:spMkLst>
        </pc:spChg>
        <pc:spChg chg="add mod">
          <ac:chgData name="Наиля Мавлюдова" userId="946b87bdd2203ae6" providerId="LiveId" clId="{FAB57212-4BD6-4236-89E6-A4AB6D114C46}" dt="2026-08-28T11:34:39.982" v="425" actId="1076"/>
          <ac:spMkLst>
            <pc:docMk/>
            <pc:sldMk cId="1525773586" sldId="338"/>
            <ac:spMk id="13" creationId="{4077FF83-00AD-8BDF-17EE-A71E43B7DF1A}"/>
          </ac:spMkLst>
        </pc:spChg>
        <pc:spChg chg="add mod">
          <ac:chgData name="Наиля Мавлюдова" userId="946b87bdd2203ae6" providerId="LiveId" clId="{FAB57212-4BD6-4236-89E6-A4AB6D114C46}" dt="2026-08-28T11:34:48.384" v="428" actId="1076"/>
          <ac:spMkLst>
            <pc:docMk/>
            <pc:sldMk cId="1525773586" sldId="338"/>
            <ac:spMk id="15" creationId="{A9A63AEF-DC32-7D3A-C393-1D2862B1A191}"/>
          </ac:spMkLst>
        </pc:spChg>
        <pc:grpChg chg="add mod">
          <ac:chgData name="Наиля Мавлюдова" userId="946b87bdd2203ae6" providerId="LiveId" clId="{FAB57212-4BD6-4236-89E6-A4AB6D114C46}" dt="2026-08-28T11:32:16.882" v="382"/>
          <ac:grpSpMkLst>
            <pc:docMk/>
            <pc:sldMk cId="1525773586" sldId="338"/>
            <ac:grpSpMk id="3" creationId="{A11500C2-4D0E-0C86-DBE7-E3B94A13944D}"/>
          </ac:grpSpMkLst>
        </pc:grpChg>
        <pc:picChg chg="add mod">
          <ac:chgData name="Наиля Мавлюдова" userId="946b87bdd2203ae6" providerId="LiveId" clId="{FAB57212-4BD6-4236-89E6-A4AB6D114C46}" dt="2026-08-28T11:32:16.882" v="382"/>
          <ac:picMkLst>
            <pc:docMk/>
            <pc:sldMk cId="1525773586" sldId="338"/>
            <ac:picMk id="7" creationId="{C6887A3F-658B-408F-8AEC-FF29175C1C26}"/>
          </ac:picMkLst>
        </pc:picChg>
        <pc:cxnChg chg="mod">
          <ac:chgData name="Наиля Мавлюдова" userId="946b87bdd2203ae6" providerId="LiveId" clId="{FAB57212-4BD6-4236-89E6-A4AB6D114C46}" dt="2026-08-28T11:32:16.882" v="382"/>
          <ac:cxnSpMkLst>
            <pc:docMk/>
            <pc:sldMk cId="1525773586" sldId="338"/>
            <ac:cxnSpMk id="4" creationId="{40BFE713-EB0F-98C9-3921-4262A32098D2}"/>
          </ac:cxnSpMkLst>
        </pc:cxnChg>
        <pc:cxnChg chg="mod">
          <ac:chgData name="Наиля Мавлюдова" userId="946b87bdd2203ae6" providerId="LiveId" clId="{FAB57212-4BD6-4236-89E6-A4AB6D114C46}" dt="2026-08-28T11:32:16.882" v="382"/>
          <ac:cxnSpMkLst>
            <pc:docMk/>
            <pc:sldMk cId="1525773586" sldId="338"/>
            <ac:cxnSpMk id="5" creationId="{3F8093AE-2174-D46A-C473-042755AA1457}"/>
          </ac:cxnSpMkLst>
        </pc:cxnChg>
        <pc:cxnChg chg="mod">
          <ac:chgData name="Наиля Мавлюдова" userId="946b87bdd2203ae6" providerId="LiveId" clId="{FAB57212-4BD6-4236-89E6-A4AB6D114C46}" dt="2026-08-28T11:32:16.882" v="382"/>
          <ac:cxnSpMkLst>
            <pc:docMk/>
            <pc:sldMk cId="1525773586" sldId="338"/>
            <ac:cxnSpMk id="6" creationId="{6E894C67-873B-0728-CC9C-035E2CBE1F53}"/>
          </ac:cxnSpMkLst>
        </pc:cxnChg>
      </pc:sldChg>
      <pc:sldChg chg="addSp modSp new mod">
        <pc:chgData name="Наиля Мавлюдова" userId="946b87bdd2203ae6" providerId="LiveId" clId="{FAB57212-4BD6-4236-89E6-A4AB6D114C46}" dt="2026-08-28T11:39:03.869" v="512" actId="167"/>
        <pc:sldMkLst>
          <pc:docMk/>
          <pc:sldMk cId="3780460431" sldId="339"/>
        </pc:sldMkLst>
        <pc:spChg chg="add mod">
          <ac:chgData name="Наиля Мавлюдова" userId="946b87bdd2203ae6" providerId="LiveId" clId="{FAB57212-4BD6-4236-89E6-A4AB6D114C46}" dt="2026-08-28T11:35:23.426" v="435" actId="1076"/>
          <ac:spMkLst>
            <pc:docMk/>
            <pc:sldMk cId="3780460431" sldId="339"/>
            <ac:spMk id="7" creationId="{CC110FE8-C258-CD75-6646-4D0A3FC75070}"/>
          </ac:spMkLst>
        </pc:spChg>
        <pc:spChg chg="add mod">
          <ac:chgData name="Наиля Мавлюдова" userId="946b87bdd2203ae6" providerId="LiveId" clId="{FAB57212-4BD6-4236-89E6-A4AB6D114C46}" dt="2026-08-28T11:35:40.094" v="443" actId="20577"/>
          <ac:spMkLst>
            <pc:docMk/>
            <pc:sldMk cId="3780460431" sldId="339"/>
            <ac:spMk id="8" creationId="{DF6C4DE6-D20D-5882-F995-555433D9ACB5}"/>
          </ac:spMkLst>
        </pc:spChg>
        <pc:spChg chg="add mod">
          <ac:chgData name="Наиля Мавлюдова" userId="946b87bdd2203ae6" providerId="LiveId" clId="{FAB57212-4BD6-4236-89E6-A4AB6D114C46}" dt="2026-08-28T11:36:24.360" v="459" actId="1076"/>
          <ac:spMkLst>
            <pc:docMk/>
            <pc:sldMk cId="3780460431" sldId="339"/>
            <ac:spMk id="9" creationId="{441D9770-81F7-98D7-B987-BB4E57143969}"/>
          </ac:spMkLst>
        </pc:spChg>
        <pc:spChg chg="add mod">
          <ac:chgData name="Наиля Мавлюдова" userId="946b87bdd2203ae6" providerId="LiveId" clId="{FAB57212-4BD6-4236-89E6-A4AB6D114C46}" dt="2026-08-28T11:38:01.651" v="495" actId="20577"/>
          <ac:spMkLst>
            <pc:docMk/>
            <pc:sldMk cId="3780460431" sldId="339"/>
            <ac:spMk id="10" creationId="{A41CD217-7B8C-667F-7138-6AB807ED7305}"/>
          </ac:spMkLst>
        </pc:spChg>
        <pc:spChg chg="add mod">
          <ac:chgData name="Наиля Мавлюдова" userId="946b87bdd2203ae6" providerId="LiveId" clId="{FAB57212-4BD6-4236-89E6-A4AB6D114C46}" dt="2026-08-28T11:36:31.870" v="462" actId="1076"/>
          <ac:spMkLst>
            <pc:docMk/>
            <pc:sldMk cId="3780460431" sldId="339"/>
            <ac:spMk id="11" creationId="{47E09571-52A1-9769-7AC3-7A9B71A7A9EB}"/>
          </ac:spMkLst>
        </pc:spChg>
        <pc:spChg chg="add mod">
          <ac:chgData name="Наиля Мавлюдова" userId="946b87bdd2203ae6" providerId="LiveId" clId="{FAB57212-4BD6-4236-89E6-A4AB6D114C46}" dt="2026-08-28T11:37:58.798" v="494" actId="14100"/>
          <ac:spMkLst>
            <pc:docMk/>
            <pc:sldMk cId="3780460431" sldId="339"/>
            <ac:spMk id="12" creationId="{9BB6534E-ECDA-8ECD-A0A5-2DE228D88734}"/>
          </ac:spMkLst>
        </pc:spChg>
        <pc:spChg chg="add mod">
          <ac:chgData name="Наиля Мавлюдова" userId="946b87bdd2203ae6" providerId="LiveId" clId="{FAB57212-4BD6-4236-89E6-A4AB6D114C46}" dt="2026-08-28T11:37:31.088" v="487" actId="1076"/>
          <ac:spMkLst>
            <pc:docMk/>
            <pc:sldMk cId="3780460431" sldId="339"/>
            <ac:spMk id="13" creationId="{A8EDE5B4-1E3F-C5AD-C81E-647A1849DE8D}"/>
          </ac:spMkLst>
        </pc:spChg>
        <pc:spChg chg="add mod">
          <ac:chgData name="Наиля Мавлюдова" userId="946b87bdd2203ae6" providerId="LiveId" clId="{FAB57212-4BD6-4236-89E6-A4AB6D114C46}" dt="2026-08-28T11:38:09.627" v="497" actId="20577"/>
          <ac:spMkLst>
            <pc:docMk/>
            <pc:sldMk cId="3780460431" sldId="339"/>
            <ac:spMk id="14" creationId="{330C3F7A-3E89-0DEF-4FDB-735FD7A7DD07}"/>
          </ac:spMkLst>
        </pc:spChg>
        <pc:spChg chg="add mod">
          <ac:chgData name="Наиля Мавлюдова" userId="946b87bdd2203ae6" providerId="LiveId" clId="{FAB57212-4BD6-4236-89E6-A4AB6D114C46}" dt="2026-08-28T11:37:11.538" v="477" actId="14100"/>
          <ac:spMkLst>
            <pc:docMk/>
            <pc:sldMk cId="3780460431" sldId="339"/>
            <ac:spMk id="15" creationId="{2EED73CB-F346-07BC-8CBD-1E11C2D70344}"/>
          </ac:spMkLst>
        </pc:spChg>
        <pc:spChg chg="add mod">
          <ac:chgData name="Наиля Мавлюдова" userId="946b87bdd2203ae6" providerId="LiveId" clId="{FAB57212-4BD6-4236-89E6-A4AB6D114C46}" dt="2026-08-28T11:37:52.664" v="492" actId="14100"/>
          <ac:spMkLst>
            <pc:docMk/>
            <pc:sldMk cId="3780460431" sldId="339"/>
            <ac:spMk id="16" creationId="{B3FE21D9-27DA-5CCB-E632-B23529E4D4D0}"/>
          </ac:spMkLst>
        </pc:spChg>
        <pc:spChg chg="add mod">
          <ac:chgData name="Наиля Мавлюдова" userId="946b87bdd2203ae6" providerId="LiveId" clId="{FAB57212-4BD6-4236-89E6-A4AB6D114C46}" dt="2026-08-28T11:38:41.520" v="506" actId="14100"/>
          <ac:spMkLst>
            <pc:docMk/>
            <pc:sldMk cId="3780460431" sldId="339"/>
            <ac:spMk id="17" creationId="{E0C01D1D-EC50-BC6E-B1F5-A00155582D54}"/>
          </ac:spMkLst>
        </pc:spChg>
        <pc:spChg chg="add mod ord">
          <ac:chgData name="Наиля Мавлюдова" userId="946b87bdd2203ae6" providerId="LiveId" clId="{FAB57212-4BD6-4236-89E6-A4AB6D114C46}" dt="2026-08-28T11:39:03.869" v="512" actId="167"/>
          <ac:spMkLst>
            <pc:docMk/>
            <pc:sldMk cId="3780460431" sldId="339"/>
            <ac:spMk id="18" creationId="{FA2F69D1-3CF3-C5B8-6704-9E6EC6B32E71}"/>
          </ac:spMkLst>
        </pc:spChg>
        <pc:grpChg chg="add mod">
          <ac:chgData name="Наиля Мавлюдова" userId="946b87bdd2203ae6" providerId="LiveId" clId="{FAB57212-4BD6-4236-89E6-A4AB6D114C46}" dt="2026-08-28T11:32:18.885" v="384"/>
          <ac:grpSpMkLst>
            <pc:docMk/>
            <pc:sldMk cId="3780460431" sldId="339"/>
            <ac:grpSpMk id="2" creationId="{E6E306F1-4C48-D72B-9E94-03E7773B11F6}"/>
          </ac:grpSpMkLst>
        </pc:grpChg>
        <pc:picChg chg="add mod">
          <ac:chgData name="Наиля Мавлюдова" userId="946b87bdd2203ae6" providerId="LiveId" clId="{FAB57212-4BD6-4236-89E6-A4AB6D114C46}" dt="2026-08-28T11:32:18.885" v="384"/>
          <ac:picMkLst>
            <pc:docMk/>
            <pc:sldMk cId="3780460431" sldId="339"/>
            <ac:picMk id="6" creationId="{A88C715A-37B7-A233-17A1-567E3CA7E25F}"/>
          </ac:picMkLst>
        </pc:picChg>
        <pc:cxnChg chg="mod">
          <ac:chgData name="Наиля Мавлюдова" userId="946b87bdd2203ae6" providerId="LiveId" clId="{FAB57212-4BD6-4236-89E6-A4AB6D114C46}" dt="2026-08-28T11:32:18.885" v="384"/>
          <ac:cxnSpMkLst>
            <pc:docMk/>
            <pc:sldMk cId="3780460431" sldId="339"/>
            <ac:cxnSpMk id="3" creationId="{BDE507DD-EB57-E684-940E-13C9DB3B693A}"/>
          </ac:cxnSpMkLst>
        </pc:cxnChg>
        <pc:cxnChg chg="mod">
          <ac:chgData name="Наиля Мавлюдова" userId="946b87bdd2203ae6" providerId="LiveId" clId="{FAB57212-4BD6-4236-89E6-A4AB6D114C46}" dt="2026-08-28T11:32:18.885" v="384"/>
          <ac:cxnSpMkLst>
            <pc:docMk/>
            <pc:sldMk cId="3780460431" sldId="339"/>
            <ac:cxnSpMk id="4" creationId="{DA94E3C6-0FFE-6653-C6D5-026CB183C40E}"/>
          </ac:cxnSpMkLst>
        </pc:cxnChg>
        <pc:cxnChg chg="mod">
          <ac:chgData name="Наиля Мавлюдова" userId="946b87bdd2203ae6" providerId="LiveId" clId="{FAB57212-4BD6-4236-89E6-A4AB6D114C46}" dt="2026-08-28T11:32:18.885" v="384"/>
          <ac:cxnSpMkLst>
            <pc:docMk/>
            <pc:sldMk cId="3780460431" sldId="339"/>
            <ac:cxnSpMk id="5" creationId="{F59C5392-665B-F21B-09A5-5902D4E19922}"/>
          </ac:cxnSpMkLst>
        </pc:cxnChg>
      </pc:sldChg>
      <pc:sldChg chg="addSp modSp add mod">
        <pc:chgData name="Наиля Мавлюдова" userId="946b87bdd2203ae6" providerId="LiveId" clId="{FAB57212-4BD6-4236-89E6-A4AB6D114C46}" dt="2026-08-28T11:44:24.557" v="601" actId="1076"/>
        <pc:sldMkLst>
          <pc:docMk/>
          <pc:sldMk cId="3038214930" sldId="340"/>
        </pc:sldMkLst>
        <pc:spChg chg="add mod">
          <ac:chgData name="Наиля Мавлюдова" userId="946b87bdd2203ae6" providerId="LiveId" clId="{FAB57212-4BD6-4236-89E6-A4AB6D114C46}" dt="2026-08-28T11:39:58.855" v="519" actId="14100"/>
          <ac:spMkLst>
            <pc:docMk/>
            <pc:sldMk cId="3038214930" sldId="340"/>
            <ac:spMk id="7" creationId="{67A03486-74F1-08BF-1FCE-AA8104ADEB96}"/>
          </ac:spMkLst>
        </pc:spChg>
        <pc:spChg chg="add mod">
          <ac:chgData name="Наиля Мавлюдова" userId="946b87bdd2203ae6" providerId="LiveId" clId="{FAB57212-4BD6-4236-89E6-A4AB6D114C46}" dt="2026-08-28T11:40:18.869" v="528" actId="1076"/>
          <ac:spMkLst>
            <pc:docMk/>
            <pc:sldMk cId="3038214930" sldId="340"/>
            <ac:spMk id="8" creationId="{D8117479-2EF8-6BA5-1CD9-ED3446AF2967}"/>
          </ac:spMkLst>
        </pc:spChg>
        <pc:spChg chg="add mod">
          <ac:chgData name="Наиля Мавлюдова" userId="946b87bdd2203ae6" providerId="LiveId" clId="{FAB57212-4BD6-4236-89E6-A4AB6D114C46}" dt="2026-08-28T11:40:51.765" v="542" actId="1076"/>
          <ac:spMkLst>
            <pc:docMk/>
            <pc:sldMk cId="3038214930" sldId="340"/>
            <ac:spMk id="9" creationId="{B98D68D7-92E9-DE1C-7BAE-09052920752F}"/>
          </ac:spMkLst>
        </pc:spChg>
        <pc:spChg chg="add mod">
          <ac:chgData name="Наиля Мавлюдова" userId="946b87bdd2203ae6" providerId="LiveId" clId="{FAB57212-4BD6-4236-89E6-A4AB6D114C46}" dt="2026-08-28T11:41:06.483" v="546" actId="21"/>
          <ac:spMkLst>
            <pc:docMk/>
            <pc:sldMk cId="3038214930" sldId="340"/>
            <ac:spMk id="10" creationId="{F90D8E48-AA81-D28B-EA7D-70972A252C73}"/>
          </ac:spMkLst>
        </pc:spChg>
        <pc:spChg chg="add mod">
          <ac:chgData name="Наиля Мавлюдова" userId="946b87bdd2203ae6" providerId="LiveId" clId="{FAB57212-4BD6-4236-89E6-A4AB6D114C46}" dt="2026-08-28T11:43:03.338" v="570" actId="1076"/>
          <ac:spMkLst>
            <pc:docMk/>
            <pc:sldMk cId="3038214930" sldId="340"/>
            <ac:spMk id="11" creationId="{C4596B80-14BE-ACD6-1307-4AD7FBB1E5D5}"/>
          </ac:spMkLst>
        </pc:spChg>
        <pc:spChg chg="add">
          <ac:chgData name="Наиля Мавлюдова" userId="946b87bdd2203ae6" providerId="LiveId" clId="{FAB57212-4BD6-4236-89E6-A4AB6D114C46}" dt="2026-08-28T11:41:21.542" v="547"/>
          <ac:spMkLst>
            <pc:docMk/>
            <pc:sldMk cId="3038214930" sldId="340"/>
            <ac:spMk id="12" creationId="{CDCAC057-037D-7E1B-563A-7BD20752A156}"/>
          </ac:spMkLst>
        </pc:spChg>
        <pc:spChg chg="add">
          <ac:chgData name="Наиля Мавлюдова" userId="946b87bdd2203ae6" providerId="LiveId" clId="{FAB57212-4BD6-4236-89E6-A4AB6D114C46}" dt="2026-08-28T11:41:24.394" v="548"/>
          <ac:spMkLst>
            <pc:docMk/>
            <pc:sldMk cId="3038214930" sldId="340"/>
            <ac:spMk id="13" creationId="{959A9BDA-4B59-C25F-C173-3491FAD00AD8}"/>
          </ac:spMkLst>
        </pc:spChg>
        <pc:spChg chg="add mod">
          <ac:chgData name="Наиля Мавлюдова" userId="946b87bdd2203ae6" providerId="LiveId" clId="{FAB57212-4BD6-4236-89E6-A4AB6D114C46}" dt="2026-08-28T11:43:06.026" v="571" actId="14100"/>
          <ac:spMkLst>
            <pc:docMk/>
            <pc:sldMk cId="3038214930" sldId="340"/>
            <ac:spMk id="14" creationId="{E1FE56C3-C1D0-3589-673B-DF1C43BF3566}"/>
          </ac:spMkLst>
        </pc:spChg>
        <pc:spChg chg="add mod">
          <ac:chgData name="Наиля Мавлюдова" userId="946b87bdd2203ae6" providerId="LiveId" clId="{FAB57212-4BD6-4236-89E6-A4AB6D114C46}" dt="2026-08-28T11:43:27.774" v="579" actId="113"/>
          <ac:spMkLst>
            <pc:docMk/>
            <pc:sldMk cId="3038214930" sldId="340"/>
            <ac:spMk id="15" creationId="{78E11323-6AD9-1F26-7E5D-8855E46B7EF6}"/>
          </ac:spMkLst>
        </pc:spChg>
        <pc:spChg chg="add mod">
          <ac:chgData name="Наиля Мавлюдова" userId="946b87bdd2203ae6" providerId="LiveId" clId="{FAB57212-4BD6-4236-89E6-A4AB6D114C46}" dt="2026-08-28T11:44:21.931" v="600" actId="113"/>
          <ac:spMkLst>
            <pc:docMk/>
            <pc:sldMk cId="3038214930" sldId="340"/>
            <ac:spMk id="16" creationId="{4A8CFB48-AAF0-B7BB-A431-2D4AB12148FC}"/>
          </ac:spMkLst>
        </pc:spChg>
        <pc:spChg chg="add mod">
          <ac:chgData name="Наиля Мавлюдова" userId="946b87bdd2203ae6" providerId="LiveId" clId="{FAB57212-4BD6-4236-89E6-A4AB6D114C46}" dt="2026-08-28T11:44:24.557" v="601" actId="1076"/>
          <ac:spMkLst>
            <pc:docMk/>
            <pc:sldMk cId="3038214930" sldId="340"/>
            <ac:spMk id="17" creationId="{DB388436-6C9F-89A9-0672-9259C02AA419}"/>
          </ac:spMkLst>
        </pc:spChg>
        <pc:spChg chg="add mod">
          <ac:chgData name="Наиля Мавлюдова" userId="946b87bdd2203ae6" providerId="LiveId" clId="{FAB57212-4BD6-4236-89E6-A4AB6D114C46}" dt="2026-08-28T11:44:09.865" v="595" actId="1076"/>
          <ac:spMkLst>
            <pc:docMk/>
            <pc:sldMk cId="3038214930" sldId="340"/>
            <ac:spMk id="18" creationId="{66FB5A98-FCE5-8BF3-C4FE-04CBBB48B0F3}"/>
          </ac:spMkLst>
        </pc:spChg>
        <pc:spChg chg="add mod">
          <ac:chgData name="Наиля Мавлюдова" userId="946b87bdd2203ae6" providerId="LiveId" clId="{FAB57212-4BD6-4236-89E6-A4AB6D114C46}" dt="2026-08-28T11:44:03.521" v="591" actId="20577"/>
          <ac:spMkLst>
            <pc:docMk/>
            <pc:sldMk cId="3038214930" sldId="340"/>
            <ac:spMk id="19" creationId="{0DE532A2-68F7-774C-61E1-4CCBB35FF75E}"/>
          </ac:spMkLst>
        </pc:spChg>
      </pc:sldChg>
      <pc:sldChg chg="addSp modSp add mod">
        <pc:chgData name="Наиля Мавлюдова" userId="946b87bdd2203ae6" providerId="LiveId" clId="{FAB57212-4BD6-4236-89E6-A4AB6D114C46}" dt="2026-08-28T11:52:36.580" v="708" actId="20577"/>
        <pc:sldMkLst>
          <pc:docMk/>
          <pc:sldMk cId="1806147514" sldId="341"/>
        </pc:sldMkLst>
        <pc:spChg chg="add mod">
          <ac:chgData name="Наиля Мавлюдова" userId="946b87bdd2203ae6" providerId="LiveId" clId="{FAB57212-4BD6-4236-89E6-A4AB6D114C46}" dt="2026-08-28T11:45:21.393" v="607" actId="1076"/>
          <ac:spMkLst>
            <pc:docMk/>
            <pc:sldMk cId="1806147514" sldId="341"/>
            <ac:spMk id="7" creationId="{071E3122-5A13-A160-93C2-966A2ACD6EC4}"/>
          </ac:spMkLst>
        </pc:spChg>
        <pc:spChg chg="add mod">
          <ac:chgData name="Наиля Мавлюдова" userId="946b87bdd2203ae6" providerId="LiveId" clId="{FAB57212-4BD6-4236-89E6-A4AB6D114C46}" dt="2026-08-28T11:45:39.510" v="615" actId="20577"/>
          <ac:spMkLst>
            <pc:docMk/>
            <pc:sldMk cId="1806147514" sldId="341"/>
            <ac:spMk id="8" creationId="{6F99787A-7856-58B2-1B4B-6934EDA420D7}"/>
          </ac:spMkLst>
        </pc:spChg>
        <pc:spChg chg="add mod">
          <ac:chgData name="Наиля Мавлюдова" userId="946b87bdd2203ae6" providerId="LiveId" clId="{FAB57212-4BD6-4236-89E6-A4AB6D114C46}" dt="2026-08-28T11:46:04.405" v="623" actId="1076"/>
          <ac:spMkLst>
            <pc:docMk/>
            <pc:sldMk cId="1806147514" sldId="341"/>
            <ac:spMk id="9" creationId="{6F879E88-58D7-5AF4-3AEC-C6D9A62F2009}"/>
          </ac:spMkLst>
        </pc:spChg>
        <pc:spChg chg="add mod">
          <ac:chgData name="Наиля Мавлюдова" userId="946b87bdd2203ae6" providerId="LiveId" clId="{FAB57212-4BD6-4236-89E6-A4AB6D114C46}" dt="2026-08-28T11:46:10.092" v="625" actId="20577"/>
          <ac:spMkLst>
            <pc:docMk/>
            <pc:sldMk cId="1806147514" sldId="341"/>
            <ac:spMk id="10" creationId="{03E940C0-1F87-086A-7FFD-90D9F26CC63E}"/>
          </ac:spMkLst>
        </pc:spChg>
        <pc:spChg chg="add mod">
          <ac:chgData name="Наиля Мавлюдова" userId="946b87bdd2203ae6" providerId="LiveId" clId="{FAB57212-4BD6-4236-89E6-A4AB6D114C46}" dt="2026-08-28T11:46:36.768" v="635" actId="113"/>
          <ac:spMkLst>
            <pc:docMk/>
            <pc:sldMk cId="1806147514" sldId="341"/>
            <ac:spMk id="11" creationId="{CEF8CB10-B839-15E4-18F0-C59C838148A4}"/>
          </ac:spMkLst>
        </pc:spChg>
        <pc:spChg chg="add mod">
          <ac:chgData name="Наиля Мавлюдова" userId="946b87bdd2203ae6" providerId="LiveId" clId="{FAB57212-4BD6-4236-89E6-A4AB6D114C46}" dt="2026-08-28T11:46:40.163" v="637" actId="20577"/>
          <ac:spMkLst>
            <pc:docMk/>
            <pc:sldMk cId="1806147514" sldId="341"/>
            <ac:spMk id="12" creationId="{49EB157F-FD1F-1365-0AF7-39C816959676}"/>
          </ac:spMkLst>
        </pc:spChg>
        <pc:spChg chg="add mod">
          <ac:chgData name="Наиля Мавлюдова" userId="946b87bdd2203ae6" providerId="LiveId" clId="{FAB57212-4BD6-4236-89E6-A4AB6D114C46}" dt="2026-08-28T11:47:23.157" v="654" actId="1076"/>
          <ac:spMkLst>
            <pc:docMk/>
            <pc:sldMk cId="1806147514" sldId="341"/>
            <ac:spMk id="13" creationId="{05B4B788-786D-FD73-5B30-30330BF75229}"/>
          </ac:spMkLst>
        </pc:spChg>
        <pc:spChg chg="add mod">
          <ac:chgData name="Наиля Мавлюдова" userId="946b87bdd2203ae6" providerId="LiveId" clId="{FAB57212-4BD6-4236-89E6-A4AB6D114C46}" dt="2026-08-28T11:47:30.469" v="656" actId="20577"/>
          <ac:spMkLst>
            <pc:docMk/>
            <pc:sldMk cId="1806147514" sldId="341"/>
            <ac:spMk id="14" creationId="{D1DEE003-11B1-518E-90E9-BADEBD937725}"/>
          </ac:spMkLst>
        </pc:spChg>
        <pc:spChg chg="add mod ord">
          <ac:chgData name="Наиля Мавлюдова" userId="946b87bdd2203ae6" providerId="LiveId" clId="{FAB57212-4BD6-4236-89E6-A4AB6D114C46}" dt="2026-08-28T11:51:20.842" v="684" actId="1076"/>
          <ac:spMkLst>
            <pc:docMk/>
            <pc:sldMk cId="1806147514" sldId="341"/>
            <ac:spMk id="15" creationId="{03081E99-4AD4-E214-DDBF-9D671F23A429}"/>
          </ac:spMkLst>
        </pc:spChg>
        <pc:spChg chg="add mod ord">
          <ac:chgData name="Наиля Мавлюдова" userId="946b87bdd2203ae6" providerId="LiveId" clId="{FAB57212-4BD6-4236-89E6-A4AB6D114C46}" dt="2026-08-28T11:48:38.832" v="679" actId="14100"/>
          <ac:spMkLst>
            <pc:docMk/>
            <pc:sldMk cId="1806147514" sldId="341"/>
            <ac:spMk id="16" creationId="{D57586DD-A945-279A-3039-23D5D71A2C8F}"/>
          </ac:spMkLst>
        </pc:spChg>
        <pc:spChg chg="add mod">
          <ac:chgData name="Наиля Мавлюдова" userId="946b87bdd2203ae6" providerId="LiveId" clId="{FAB57212-4BD6-4236-89E6-A4AB6D114C46}" dt="2026-08-28T11:48:01.083" v="669" actId="1076"/>
          <ac:spMkLst>
            <pc:docMk/>
            <pc:sldMk cId="1806147514" sldId="341"/>
            <ac:spMk id="17" creationId="{D07CD155-A44D-6556-33D5-FE3B34C165F0}"/>
          </ac:spMkLst>
        </pc:spChg>
        <pc:spChg chg="add mod ord">
          <ac:chgData name="Наиля Мавлюдова" userId="946b87bdd2203ae6" providerId="LiveId" clId="{FAB57212-4BD6-4236-89E6-A4AB6D114C46}" dt="2026-08-28T11:48:11.101" v="674" actId="167"/>
          <ac:spMkLst>
            <pc:docMk/>
            <pc:sldMk cId="1806147514" sldId="341"/>
            <ac:spMk id="18" creationId="{CBC753AD-F2A6-A6B8-92C5-D1ED6F2AAF93}"/>
          </ac:spMkLst>
        </pc:spChg>
        <pc:spChg chg="add mod">
          <ac:chgData name="Наиля Мавлюдова" userId="946b87bdd2203ae6" providerId="LiveId" clId="{FAB57212-4BD6-4236-89E6-A4AB6D114C46}" dt="2026-08-28T11:51:36.382" v="692" actId="21"/>
          <ac:spMkLst>
            <pc:docMk/>
            <pc:sldMk cId="1806147514" sldId="341"/>
            <ac:spMk id="24" creationId="{F77CE580-5456-22BA-C427-84E1122F13D6}"/>
          </ac:spMkLst>
        </pc:spChg>
        <pc:spChg chg="add">
          <ac:chgData name="Наиля Мавлюдова" userId="946b87bdd2203ae6" providerId="LiveId" clId="{FAB57212-4BD6-4236-89E6-A4AB6D114C46}" dt="2026-08-28T11:51:45.957" v="693"/>
          <ac:spMkLst>
            <pc:docMk/>
            <pc:sldMk cId="1806147514" sldId="341"/>
            <ac:spMk id="25" creationId="{620D1262-0BA9-FB75-6F15-E8CAF87B8FFA}"/>
          </ac:spMkLst>
        </pc:spChg>
        <pc:spChg chg="add">
          <ac:chgData name="Наиля Мавлюдова" userId="946b87bdd2203ae6" providerId="LiveId" clId="{FAB57212-4BD6-4236-89E6-A4AB6D114C46}" dt="2026-08-28T11:51:49.215" v="694"/>
          <ac:spMkLst>
            <pc:docMk/>
            <pc:sldMk cId="1806147514" sldId="341"/>
            <ac:spMk id="26" creationId="{4610C9A0-4B6B-F362-D215-204A1E64C515}"/>
          </ac:spMkLst>
        </pc:spChg>
        <pc:spChg chg="add mod">
          <ac:chgData name="Наиля Мавлюдова" userId="946b87bdd2203ae6" providerId="LiveId" clId="{FAB57212-4BD6-4236-89E6-A4AB6D114C46}" dt="2026-08-28T11:52:36.580" v="708" actId="20577"/>
          <ac:spMkLst>
            <pc:docMk/>
            <pc:sldMk cId="1806147514" sldId="341"/>
            <ac:spMk id="27" creationId="{2836B11C-6AAC-D359-B4DF-FAA2C45DB7F7}"/>
          </ac:spMkLst>
        </pc:spChg>
        <pc:cxnChg chg="add mod">
          <ac:chgData name="Наиля Мавлюдова" userId="946b87bdd2203ae6" providerId="LiveId" clId="{FAB57212-4BD6-4236-89E6-A4AB6D114C46}" dt="2026-08-28T11:48:23.659" v="676" actId="13822"/>
          <ac:cxnSpMkLst>
            <pc:docMk/>
            <pc:sldMk cId="1806147514" sldId="341"/>
            <ac:cxnSpMk id="20" creationId="{714BC63D-04D5-8355-0152-07D0FCD03A8C}"/>
          </ac:cxnSpMkLst>
        </pc:cxnChg>
        <pc:cxnChg chg="add mod">
          <ac:chgData name="Наиля Мавлюдова" userId="946b87bdd2203ae6" providerId="LiveId" clId="{FAB57212-4BD6-4236-89E6-A4AB6D114C46}" dt="2026-08-28T11:48:34.136" v="678" actId="13822"/>
          <ac:cxnSpMkLst>
            <pc:docMk/>
            <pc:sldMk cId="1806147514" sldId="341"/>
            <ac:cxnSpMk id="22" creationId="{99C1F203-86EF-A4D3-5DBA-92FCEC84BDB9}"/>
          </ac:cxnSpMkLst>
        </pc:cxnChg>
        <pc:cxnChg chg="add mod">
          <ac:chgData name="Наиля Мавлюдова" userId="946b87bdd2203ae6" providerId="LiveId" clId="{FAB57212-4BD6-4236-89E6-A4AB6D114C46}" dt="2026-08-28T11:48:46.298" v="681" actId="1076"/>
          <ac:cxnSpMkLst>
            <pc:docMk/>
            <pc:sldMk cId="1806147514" sldId="341"/>
            <ac:cxnSpMk id="23" creationId="{685A6245-8DE6-4005-B753-40A2FEDF9376}"/>
          </ac:cxnSpMkLst>
        </pc:cxnChg>
      </pc:sldChg>
      <pc:sldChg chg="addSp delSp modSp add mod">
        <pc:chgData name="Наиля Мавлюдова" userId="946b87bdd2203ae6" providerId="LiveId" clId="{FAB57212-4BD6-4236-89E6-A4AB6D114C46}" dt="2026-08-28T12:02:20.149" v="870" actId="20577"/>
        <pc:sldMkLst>
          <pc:docMk/>
          <pc:sldMk cId="596761991" sldId="342"/>
        </pc:sldMkLst>
        <pc:spChg chg="add del mod">
          <ac:chgData name="Наиля Мавлюдова" userId="946b87bdd2203ae6" providerId="LiveId" clId="{FAB57212-4BD6-4236-89E6-A4AB6D114C46}" dt="2026-08-28T11:52:22.236" v="703" actId="21"/>
          <ac:spMkLst>
            <pc:docMk/>
            <pc:sldMk cId="596761991" sldId="342"/>
            <ac:spMk id="7" creationId="{2836B11C-6AAC-D359-B4DF-FAA2C45DB7F7}"/>
          </ac:spMkLst>
        </pc:spChg>
        <pc:spChg chg="add mod">
          <ac:chgData name="Наиля Мавлюдова" userId="946b87bdd2203ae6" providerId="LiveId" clId="{FAB57212-4BD6-4236-89E6-A4AB6D114C46}" dt="2026-08-28T11:53:23.178" v="715" actId="1076"/>
          <ac:spMkLst>
            <pc:docMk/>
            <pc:sldMk cId="596761991" sldId="342"/>
            <ac:spMk id="8" creationId="{4B5E4CBA-DAA2-8CF7-8F87-C8293096FA11}"/>
          </ac:spMkLst>
        </pc:spChg>
        <pc:spChg chg="add mod">
          <ac:chgData name="Наиля Мавлюдова" userId="946b87bdd2203ae6" providerId="LiveId" clId="{FAB57212-4BD6-4236-89E6-A4AB6D114C46}" dt="2026-08-28T11:53:36.455" v="722" actId="20577"/>
          <ac:spMkLst>
            <pc:docMk/>
            <pc:sldMk cId="596761991" sldId="342"/>
            <ac:spMk id="9" creationId="{31F1D17C-751F-8AB7-2841-8CD122B00CD7}"/>
          </ac:spMkLst>
        </pc:spChg>
        <pc:spChg chg="add mod">
          <ac:chgData name="Наиля Мавлюдова" userId="946b87bdd2203ae6" providerId="LiveId" clId="{FAB57212-4BD6-4236-89E6-A4AB6D114C46}" dt="2026-08-28T11:53:59.110" v="730" actId="255"/>
          <ac:spMkLst>
            <pc:docMk/>
            <pc:sldMk cId="596761991" sldId="342"/>
            <ac:spMk id="10" creationId="{109E0EFC-30F1-0C69-1451-062111CC9E52}"/>
          </ac:spMkLst>
        </pc:spChg>
        <pc:spChg chg="add mod">
          <ac:chgData name="Наиля Мавлюдова" userId="946b87bdd2203ae6" providerId="LiveId" clId="{FAB57212-4BD6-4236-89E6-A4AB6D114C46}" dt="2026-08-28T11:58:46.324" v="810" actId="1076"/>
          <ac:spMkLst>
            <pc:docMk/>
            <pc:sldMk cId="596761991" sldId="342"/>
            <ac:spMk id="11" creationId="{FF80A31B-B952-1E1C-C4F2-9E2069DCC7B4}"/>
          </ac:spMkLst>
        </pc:spChg>
        <pc:spChg chg="add mod">
          <ac:chgData name="Наиля Мавлюдова" userId="946b87bdd2203ae6" providerId="LiveId" clId="{FAB57212-4BD6-4236-89E6-A4AB6D114C46}" dt="2026-08-28T11:54:32.829" v="746" actId="14100"/>
          <ac:spMkLst>
            <pc:docMk/>
            <pc:sldMk cId="596761991" sldId="342"/>
            <ac:spMk id="12" creationId="{8165731A-44D9-CBD2-5FF3-98D07CA9B851}"/>
          </ac:spMkLst>
        </pc:spChg>
        <pc:spChg chg="add mod">
          <ac:chgData name="Наиля Мавлюдова" userId="946b87bdd2203ae6" providerId="LiveId" clId="{FAB57212-4BD6-4236-89E6-A4AB6D114C46}" dt="2026-08-28T11:58:41.803" v="808" actId="1076"/>
          <ac:spMkLst>
            <pc:docMk/>
            <pc:sldMk cId="596761991" sldId="342"/>
            <ac:spMk id="13" creationId="{D1BE87E4-D678-318A-A74C-9AD2449658A8}"/>
          </ac:spMkLst>
        </pc:spChg>
        <pc:spChg chg="add mod">
          <ac:chgData name="Наиля Мавлюдова" userId="946b87bdd2203ae6" providerId="LiveId" clId="{FAB57212-4BD6-4236-89E6-A4AB6D114C46}" dt="2026-08-28T11:55:06.094" v="756" actId="20577"/>
          <ac:spMkLst>
            <pc:docMk/>
            <pc:sldMk cId="596761991" sldId="342"/>
            <ac:spMk id="14" creationId="{AF59FC9D-9F1C-9467-2110-98F9F546F6DB}"/>
          </ac:spMkLst>
        </pc:spChg>
        <pc:spChg chg="add mod">
          <ac:chgData name="Наиля Мавлюдова" userId="946b87bdd2203ae6" providerId="LiveId" clId="{FAB57212-4BD6-4236-89E6-A4AB6D114C46}" dt="2026-08-28T11:58:43.804" v="809" actId="1076"/>
          <ac:spMkLst>
            <pc:docMk/>
            <pc:sldMk cId="596761991" sldId="342"/>
            <ac:spMk id="15" creationId="{6174FA82-2304-9D2A-8378-4226F1ECDC43}"/>
          </ac:spMkLst>
        </pc:spChg>
        <pc:spChg chg="add mod">
          <ac:chgData name="Наиля Мавлюдова" userId="946b87bdd2203ae6" providerId="LiveId" clId="{FAB57212-4BD6-4236-89E6-A4AB6D114C46}" dt="2026-08-28T11:55:50.947" v="770" actId="14100"/>
          <ac:spMkLst>
            <pc:docMk/>
            <pc:sldMk cId="596761991" sldId="342"/>
            <ac:spMk id="16" creationId="{28EC20CD-8C80-0B0B-2241-B9C59DDDABC9}"/>
          </ac:spMkLst>
        </pc:spChg>
        <pc:spChg chg="add del mod">
          <ac:chgData name="Наиля Мавлюдова" userId="946b87bdd2203ae6" providerId="LiveId" clId="{FAB57212-4BD6-4236-89E6-A4AB6D114C46}" dt="2026-08-28T11:58:06.542" v="799" actId="478"/>
          <ac:spMkLst>
            <pc:docMk/>
            <pc:sldMk cId="596761991" sldId="342"/>
            <ac:spMk id="17" creationId="{FF00A310-E035-ED38-E504-12D6AE009A41}"/>
          </ac:spMkLst>
        </pc:spChg>
        <pc:spChg chg="add del mod">
          <ac:chgData name="Наиля Мавлюдова" userId="946b87bdd2203ae6" providerId="LiveId" clId="{FAB57212-4BD6-4236-89E6-A4AB6D114C46}" dt="2026-08-28T11:58:26.955" v="803" actId="1076"/>
          <ac:spMkLst>
            <pc:docMk/>
            <pc:sldMk cId="596761991" sldId="342"/>
            <ac:spMk id="18" creationId="{5026CC89-A43D-34A3-21ED-064CE0D9097C}"/>
          </ac:spMkLst>
        </pc:spChg>
        <pc:spChg chg="add del mod">
          <ac:chgData name="Наиля Мавлюдова" userId="946b87bdd2203ae6" providerId="LiveId" clId="{FAB57212-4BD6-4236-89E6-A4AB6D114C46}" dt="2026-08-28T11:57:08.541" v="783" actId="478"/>
          <ac:spMkLst>
            <pc:docMk/>
            <pc:sldMk cId="596761991" sldId="342"/>
            <ac:spMk id="19" creationId="{17A14F55-E690-955B-BCAD-BBE7E5FA98E8}"/>
          </ac:spMkLst>
        </pc:spChg>
        <pc:spChg chg="add mod">
          <ac:chgData name="Наиля Мавлюдова" userId="946b87bdd2203ae6" providerId="LiveId" clId="{FAB57212-4BD6-4236-89E6-A4AB6D114C46}" dt="2026-08-28T11:57:55.383" v="796" actId="1076"/>
          <ac:spMkLst>
            <pc:docMk/>
            <pc:sldMk cId="596761991" sldId="342"/>
            <ac:spMk id="20" creationId="{016F949A-E3B7-FC85-42DA-56A3D419022A}"/>
          </ac:spMkLst>
        </pc:spChg>
        <pc:spChg chg="add mod">
          <ac:chgData name="Наиля Мавлюдова" userId="946b87bdd2203ae6" providerId="LiveId" clId="{FAB57212-4BD6-4236-89E6-A4AB6D114C46}" dt="2026-08-28T11:57:39.035" v="791" actId="1076"/>
          <ac:spMkLst>
            <pc:docMk/>
            <pc:sldMk cId="596761991" sldId="342"/>
            <ac:spMk id="21" creationId="{489651CA-CFA6-F4F9-BF73-24E72D109079}"/>
          </ac:spMkLst>
        </pc:spChg>
        <pc:spChg chg="add mod">
          <ac:chgData name="Наиля Мавлюдова" userId="946b87bdd2203ae6" providerId="LiveId" clId="{FAB57212-4BD6-4236-89E6-A4AB6D114C46}" dt="2026-08-28T11:57:43.263" v="792" actId="1076"/>
          <ac:spMkLst>
            <pc:docMk/>
            <pc:sldMk cId="596761991" sldId="342"/>
            <ac:spMk id="22" creationId="{3EB786E3-64CE-0D86-BE07-F654E1AD5B39}"/>
          </ac:spMkLst>
        </pc:spChg>
        <pc:spChg chg="add mod ord">
          <ac:chgData name="Наиля Мавлюдова" userId="946b87bdd2203ae6" providerId="LiveId" clId="{FAB57212-4BD6-4236-89E6-A4AB6D114C46}" dt="2026-08-28T11:57:52.728" v="795" actId="1076"/>
          <ac:spMkLst>
            <pc:docMk/>
            <pc:sldMk cId="596761991" sldId="342"/>
            <ac:spMk id="23" creationId="{25D035E2-69EE-9F54-1C5F-2F34C79A1BA0}"/>
          </ac:spMkLst>
        </pc:spChg>
        <pc:spChg chg="add mod ord">
          <ac:chgData name="Наиля Мавлюдова" userId="946b87bdd2203ae6" providerId="LiveId" clId="{FAB57212-4BD6-4236-89E6-A4AB6D114C46}" dt="2026-08-28T11:58:32.779" v="806" actId="167"/>
          <ac:spMkLst>
            <pc:docMk/>
            <pc:sldMk cId="596761991" sldId="342"/>
            <ac:spMk id="24" creationId="{2EE88F65-8458-2410-7A13-92925E732204}"/>
          </ac:spMkLst>
        </pc:spChg>
        <pc:spChg chg="add mod">
          <ac:chgData name="Наиля Мавлюдова" userId="946b87bdd2203ae6" providerId="LiveId" clId="{FAB57212-4BD6-4236-89E6-A4AB6D114C46}" dt="2026-08-28T11:59:07.935" v="818" actId="1076"/>
          <ac:spMkLst>
            <pc:docMk/>
            <pc:sldMk cId="596761991" sldId="342"/>
            <ac:spMk id="25" creationId="{84E69E54-4747-B704-173C-C0F354DDFEE0}"/>
          </ac:spMkLst>
        </pc:spChg>
        <pc:spChg chg="add mod">
          <ac:chgData name="Наиля Мавлюдова" userId="946b87bdd2203ae6" providerId="LiveId" clId="{FAB57212-4BD6-4236-89E6-A4AB6D114C46}" dt="2026-08-28T12:02:20.149" v="870" actId="20577"/>
          <ac:spMkLst>
            <pc:docMk/>
            <pc:sldMk cId="596761991" sldId="342"/>
            <ac:spMk id="26" creationId="{37FAEFEB-EF14-A7AF-5A41-F02BE7E1B3A6}"/>
          </ac:spMkLst>
        </pc:spChg>
        <pc:spChg chg="add">
          <ac:chgData name="Наиля Мавлюдова" userId="946b87bdd2203ae6" providerId="LiveId" clId="{FAB57212-4BD6-4236-89E6-A4AB6D114C46}" dt="2026-08-28T12:00:06.578" v="827"/>
          <ac:spMkLst>
            <pc:docMk/>
            <pc:sldMk cId="596761991" sldId="342"/>
            <ac:spMk id="27" creationId="{F27C532E-7B2A-B428-249D-C661381D0DC2}"/>
          </ac:spMkLst>
        </pc:spChg>
        <pc:spChg chg="add mod">
          <ac:chgData name="Наиля Мавлюдова" userId="946b87bdd2203ae6" providerId="LiveId" clId="{FAB57212-4BD6-4236-89E6-A4AB6D114C46}" dt="2026-08-28T12:02:16.598" v="868" actId="1076"/>
          <ac:spMkLst>
            <pc:docMk/>
            <pc:sldMk cId="596761991" sldId="342"/>
            <ac:spMk id="28" creationId="{2E39238C-47F7-C903-3FD8-619AD5C91021}"/>
          </ac:spMkLst>
        </pc:spChg>
        <pc:spChg chg="add mod">
          <ac:chgData name="Наиля Мавлюдова" userId="946b87bdd2203ae6" providerId="LiveId" clId="{FAB57212-4BD6-4236-89E6-A4AB6D114C46}" dt="2026-08-28T12:02:14.394" v="867" actId="1076"/>
          <ac:spMkLst>
            <pc:docMk/>
            <pc:sldMk cId="596761991" sldId="342"/>
            <ac:spMk id="29" creationId="{C1581699-8240-4DC3-762D-1EC2A38FAD17}"/>
          </ac:spMkLst>
        </pc:spChg>
        <pc:cxnChg chg="add del">
          <ac:chgData name="Наиля Мавлюдова" userId="946b87bdd2203ae6" providerId="LiveId" clId="{FAB57212-4BD6-4236-89E6-A4AB6D114C46}" dt="2026-08-28T12:01:49.529" v="862" actId="478"/>
          <ac:cxnSpMkLst>
            <pc:docMk/>
            <pc:sldMk cId="596761991" sldId="342"/>
            <ac:cxnSpMk id="31" creationId="{6CEF0556-0474-19D3-F86C-31CC8120AE1F}"/>
          </ac:cxnSpMkLst>
        </pc:cxnChg>
        <pc:cxnChg chg="add mod">
          <ac:chgData name="Наиля Мавлюдова" userId="946b87bdd2203ae6" providerId="LiveId" clId="{FAB57212-4BD6-4236-89E6-A4AB6D114C46}" dt="2026-08-28T12:02:06.140" v="865" actId="1076"/>
          <ac:cxnSpMkLst>
            <pc:docMk/>
            <pc:sldMk cId="596761991" sldId="342"/>
            <ac:cxnSpMk id="33" creationId="{E5A446FD-6791-384B-882B-2BDD5F1060EA}"/>
          </ac:cxnSpMkLst>
        </pc:cxnChg>
      </pc:sldChg>
      <pc:sldChg chg="addSp delSp modSp add mod">
        <pc:chgData name="Наиля Мавлюдова" userId="946b87bdd2203ae6" providerId="LiveId" clId="{FAB57212-4BD6-4236-89E6-A4AB6D114C46}" dt="2026-08-28T12:09:17.541" v="999" actId="1076"/>
        <pc:sldMkLst>
          <pc:docMk/>
          <pc:sldMk cId="2605941118" sldId="343"/>
        </pc:sldMkLst>
        <pc:spChg chg="add mod">
          <ac:chgData name="Наиля Мавлюдова" userId="946b87bdd2203ae6" providerId="LiveId" clId="{FAB57212-4BD6-4236-89E6-A4AB6D114C46}" dt="2026-08-28T12:03:23.668" v="874" actId="255"/>
          <ac:spMkLst>
            <pc:docMk/>
            <pc:sldMk cId="2605941118" sldId="343"/>
            <ac:spMk id="7" creationId="{1E3FD75D-0CA7-70A4-5119-B3781360026D}"/>
          </ac:spMkLst>
        </pc:spChg>
        <pc:spChg chg="add mod">
          <ac:chgData name="Наиля Мавлюдова" userId="946b87bdd2203ae6" providerId="LiveId" clId="{FAB57212-4BD6-4236-89E6-A4AB6D114C46}" dt="2026-08-28T12:03:42.108" v="880" actId="14100"/>
          <ac:spMkLst>
            <pc:docMk/>
            <pc:sldMk cId="2605941118" sldId="343"/>
            <ac:spMk id="8" creationId="{F4833005-F66F-FB81-BC29-11A543A7AFD0}"/>
          </ac:spMkLst>
        </pc:spChg>
        <pc:spChg chg="add mod">
          <ac:chgData name="Наиля Мавлюдова" userId="946b87bdd2203ae6" providerId="LiveId" clId="{FAB57212-4BD6-4236-89E6-A4AB6D114C46}" dt="2026-08-28T12:05:27.551" v="922" actId="1076"/>
          <ac:spMkLst>
            <pc:docMk/>
            <pc:sldMk cId="2605941118" sldId="343"/>
            <ac:spMk id="9" creationId="{44005F2D-BAB6-A11D-7C98-2D94809B6EC5}"/>
          </ac:spMkLst>
        </pc:spChg>
        <pc:spChg chg="add mod">
          <ac:chgData name="Наиля Мавлюдова" userId="946b87bdd2203ae6" providerId="LiveId" clId="{FAB57212-4BD6-4236-89E6-A4AB6D114C46}" dt="2026-08-28T12:05:29.410" v="923" actId="1076"/>
          <ac:spMkLst>
            <pc:docMk/>
            <pc:sldMk cId="2605941118" sldId="343"/>
            <ac:spMk id="10" creationId="{09B00633-B345-B4B8-CAEB-E320573121C1}"/>
          </ac:spMkLst>
        </pc:spChg>
        <pc:spChg chg="add mod">
          <ac:chgData name="Наиля Мавлюдова" userId="946b87bdd2203ae6" providerId="LiveId" clId="{FAB57212-4BD6-4236-89E6-A4AB6D114C46}" dt="2026-08-28T12:08:31.058" v="990" actId="13822"/>
          <ac:spMkLst>
            <pc:docMk/>
            <pc:sldMk cId="2605941118" sldId="343"/>
            <ac:spMk id="11" creationId="{8DA4E086-EDC0-BEC4-0407-279B8D87F4C6}"/>
          </ac:spMkLst>
        </pc:spChg>
        <pc:spChg chg="add mod">
          <ac:chgData name="Наиля Мавлюдова" userId="946b87bdd2203ae6" providerId="LiveId" clId="{FAB57212-4BD6-4236-89E6-A4AB6D114C46}" dt="2026-08-28T12:05:34.145" v="925" actId="1076"/>
          <ac:spMkLst>
            <pc:docMk/>
            <pc:sldMk cId="2605941118" sldId="343"/>
            <ac:spMk id="12" creationId="{B5384B68-6FED-8623-148D-B145CCE9AA7A}"/>
          </ac:spMkLst>
        </pc:spChg>
        <pc:spChg chg="add del mod">
          <ac:chgData name="Наиля Мавлюдова" userId="946b87bdd2203ae6" providerId="LiveId" clId="{FAB57212-4BD6-4236-89E6-A4AB6D114C46}" dt="2026-08-28T12:07:11.744" v="962" actId="478"/>
          <ac:spMkLst>
            <pc:docMk/>
            <pc:sldMk cId="2605941118" sldId="343"/>
            <ac:spMk id="13" creationId="{ED366845-C81A-DA08-E752-95DD5F1238D2}"/>
          </ac:spMkLst>
        </pc:spChg>
        <pc:spChg chg="add">
          <ac:chgData name="Наиля Мавлюдова" userId="946b87bdd2203ae6" providerId="LiveId" clId="{FAB57212-4BD6-4236-89E6-A4AB6D114C46}" dt="2026-08-28T12:06:12.690" v="935"/>
          <ac:spMkLst>
            <pc:docMk/>
            <pc:sldMk cId="2605941118" sldId="343"/>
            <ac:spMk id="14" creationId="{5AC96EC6-CD8F-3F5B-F8D7-C5B30F8EA064}"/>
          </ac:spMkLst>
        </pc:spChg>
        <pc:spChg chg="add">
          <ac:chgData name="Наиля Мавлюдова" userId="946b87bdd2203ae6" providerId="LiveId" clId="{FAB57212-4BD6-4236-89E6-A4AB6D114C46}" dt="2026-08-28T12:06:14.438" v="936"/>
          <ac:spMkLst>
            <pc:docMk/>
            <pc:sldMk cId="2605941118" sldId="343"/>
            <ac:spMk id="15" creationId="{FE32B0DD-2D54-5D1C-8F4A-8387BF29379E}"/>
          </ac:spMkLst>
        </pc:spChg>
        <pc:spChg chg="add mod">
          <ac:chgData name="Наиля Мавлюдова" userId="946b87bdd2203ae6" providerId="LiveId" clId="{FAB57212-4BD6-4236-89E6-A4AB6D114C46}" dt="2026-08-28T12:06:20.999" v="939" actId="1076"/>
          <ac:spMkLst>
            <pc:docMk/>
            <pc:sldMk cId="2605941118" sldId="343"/>
            <ac:spMk id="16" creationId="{AC813BC4-3E5B-A9CB-4D9F-987A6B270A00}"/>
          </ac:spMkLst>
        </pc:spChg>
        <pc:spChg chg="add mod">
          <ac:chgData name="Наиля Мавлюдова" userId="946b87bdd2203ae6" providerId="LiveId" clId="{FAB57212-4BD6-4236-89E6-A4AB6D114C46}" dt="2026-08-28T12:07:10.296" v="961" actId="1076"/>
          <ac:spMkLst>
            <pc:docMk/>
            <pc:sldMk cId="2605941118" sldId="343"/>
            <ac:spMk id="17" creationId="{00B6940F-35E2-00B1-03F3-93B52954A032}"/>
          </ac:spMkLst>
        </pc:spChg>
        <pc:spChg chg="add mod">
          <ac:chgData name="Наиля Мавлюдова" userId="946b87bdd2203ae6" providerId="LiveId" clId="{FAB57212-4BD6-4236-89E6-A4AB6D114C46}" dt="2026-08-28T12:07:42.297" v="972" actId="1076"/>
          <ac:spMkLst>
            <pc:docMk/>
            <pc:sldMk cId="2605941118" sldId="343"/>
            <ac:spMk id="18" creationId="{E1BEB56A-428D-D539-D1DA-CB10F47FDF62}"/>
          </ac:spMkLst>
        </pc:spChg>
        <pc:spChg chg="add mod">
          <ac:chgData name="Наиля Мавлюдова" userId="946b87bdd2203ae6" providerId="LiveId" clId="{FAB57212-4BD6-4236-89E6-A4AB6D114C46}" dt="2026-08-28T12:07:53.811" v="976" actId="20577"/>
          <ac:spMkLst>
            <pc:docMk/>
            <pc:sldMk cId="2605941118" sldId="343"/>
            <ac:spMk id="19" creationId="{C4E30AAA-538A-B398-2817-5FA65CFB12C6}"/>
          </ac:spMkLst>
        </pc:spChg>
        <pc:spChg chg="add mod">
          <ac:chgData name="Наиля Мавлюдова" userId="946b87bdd2203ae6" providerId="LiveId" clId="{FAB57212-4BD6-4236-89E6-A4AB6D114C46}" dt="2026-08-28T12:08:28.655" v="989" actId="13822"/>
          <ac:spMkLst>
            <pc:docMk/>
            <pc:sldMk cId="2605941118" sldId="343"/>
            <ac:spMk id="20" creationId="{4DFFEFF4-BCDD-1B27-EE98-F573319CFCB4}"/>
          </ac:spMkLst>
        </pc:spChg>
        <pc:spChg chg="add mod">
          <ac:chgData name="Наиля Мавлюдова" userId="946b87bdd2203ae6" providerId="LiveId" clId="{FAB57212-4BD6-4236-89E6-A4AB6D114C46}" dt="2026-08-28T12:08:35.373" v="991" actId="1076"/>
          <ac:spMkLst>
            <pc:docMk/>
            <pc:sldMk cId="2605941118" sldId="343"/>
            <ac:spMk id="21" creationId="{430E85E8-4362-319C-C1A9-526BCF9A39B5}"/>
          </ac:spMkLst>
        </pc:spChg>
        <pc:spChg chg="add mod">
          <ac:chgData name="Наиля Мавлюдова" userId="946b87bdd2203ae6" providerId="LiveId" clId="{FAB57212-4BD6-4236-89E6-A4AB6D114C46}" dt="2026-08-28T12:09:17.541" v="999" actId="1076"/>
          <ac:spMkLst>
            <pc:docMk/>
            <pc:sldMk cId="2605941118" sldId="343"/>
            <ac:spMk id="22" creationId="{E6ABD62E-29CA-255D-DE3B-3D3C9F1B6DBD}"/>
          </ac:spMkLst>
        </pc:spChg>
      </pc:sldChg>
      <pc:sldChg chg="add del">
        <pc:chgData name="Наиля Мавлюдова" userId="946b87bdd2203ae6" providerId="LiveId" clId="{FAB57212-4BD6-4236-89E6-A4AB6D114C46}" dt="2026-08-28T12:09:53.883" v="1000" actId="47"/>
        <pc:sldMkLst>
          <pc:docMk/>
          <pc:sldMk cId="4200796987" sldId="344"/>
        </pc:sldMkLst>
      </pc:sldChg>
      <pc:sldChg chg="add del">
        <pc:chgData name="Наиля Мавлюдова" userId="946b87bdd2203ae6" providerId="LiveId" clId="{FAB57212-4BD6-4236-89E6-A4AB6D114C46}" dt="2026-08-28T12:09:54.552" v="1001" actId="47"/>
        <pc:sldMkLst>
          <pc:docMk/>
          <pc:sldMk cId="2854489596" sldId="345"/>
        </pc:sldMkLst>
      </pc:sldChg>
      <pc:sldMasterChg chg="del delSldLayout">
        <pc:chgData name="Наиля Мавлюдова" userId="946b87bdd2203ae6" providerId="LiveId" clId="{FAB57212-4BD6-4236-89E6-A4AB6D114C46}" dt="2026-08-28T11:10:09.964" v="12" actId="700"/>
        <pc:sldMasterMkLst>
          <pc:docMk/>
          <pc:sldMasterMk cId="1223455357" sldId="2147483648"/>
        </pc:sldMasterMkLst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391261473" sldId="2147483649"/>
          </pc:sldLayoutMkLst>
        </pc:sldLayoutChg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1600911192" sldId="2147483650"/>
          </pc:sldLayoutMkLst>
        </pc:sldLayoutChg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2529793569" sldId="2147483651"/>
          </pc:sldLayoutMkLst>
        </pc:sldLayoutChg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1918642989" sldId="2147483652"/>
          </pc:sldLayoutMkLst>
        </pc:sldLayoutChg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1683432621" sldId="2147483653"/>
          </pc:sldLayoutMkLst>
        </pc:sldLayoutChg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3688462881" sldId="2147483654"/>
          </pc:sldLayoutMkLst>
        </pc:sldLayoutChg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2213106207" sldId="2147483655"/>
          </pc:sldLayoutMkLst>
        </pc:sldLayoutChg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810841821" sldId="2147483656"/>
          </pc:sldLayoutMkLst>
        </pc:sldLayoutChg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3929791590" sldId="2147483657"/>
          </pc:sldLayoutMkLst>
        </pc:sldLayoutChg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2221300197" sldId="2147483658"/>
          </pc:sldLayoutMkLst>
        </pc:sldLayoutChg>
        <pc:sldLayoutChg chg="del">
          <pc:chgData name="Наиля Мавлюдова" userId="946b87bdd2203ae6" providerId="LiveId" clId="{FAB57212-4BD6-4236-89E6-A4AB6D114C46}" dt="2026-08-28T11:10:09.964" v="12" actId="700"/>
          <pc:sldLayoutMkLst>
            <pc:docMk/>
            <pc:sldMasterMk cId="1223455357" sldId="2147483648"/>
            <pc:sldLayoutMk cId="160942503" sldId="2147483659"/>
          </pc:sldLayoutMkLst>
        </pc:sldLayoutChg>
      </pc:sldMasterChg>
      <pc:sldMasterChg chg="del delSldLayout">
        <pc:chgData name="Наиля Мавлюдова" userId="946b87bdd2203ae6" providerId="LiveId" clId="{FAB57212-4BD6-4236-89E6-A4AB6D114C46}" dt="2026-08-28T11:09:24.189" v="3" actId="47"/>
        <pc:sldMasterMkLst>
          <pc:docMk/>
          <pc:sldMasterMk cId="2040177518" sldId="2147483660"/>
        </pc:sldMasterMkLst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2182628751" sldId="2147483661"/>
          </pc:sldLayoutMkLst>
        </pc:sldLayoutChg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1257551602" sldId="2147483662"/>
          </pc:sldLayoutMkLst>
        </pc:sldLayoutChg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3307590682" sldId="2147483663"/>
          </pc:sldLayoutMkLst>
        </pc:sldLayoutChg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4036228919" sldId="2147483664"/>
          </pc:sldLayoutMkLst>
        </pc:sldLayoutChg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3411522876" sldId="2147483665"/>
          </pc:sldLayoutMkLst>
        </pc:sldLayoutChg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4039812150" sldId="2147483666"/>
          </pc:sldLayoutMkLst>
        </pc:sldLayoutChg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3200064285" sldId="2147483667"/>
          </pc:sldLayoutMkLst>
        </pc:sldLayoutChg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1374613455" sldId="2147483668"/>
          </pc:sldLayoutMkLst>
        </pc:sldLayoutChg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4234814712" sldId="2147483669"/>
          </pc:sldLayoutMkLst>
        </pc:sldLayoutChg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2272894564" sldId="2147483670"/>
          </pc:sldLayoutMkLst>
        </pc:sldLayoutChg>
        <pc:sldLayoutChg chg="del">
          <pc:chgData name="Наиля Мавлюдова" userId="946b87bdd2203ae6" providerId="LiveId" clId="{FAB57212-4BD6-4236-89E6-A4AB6D114C46}" dt="2026-08-28T11:09:24.189" v="3" actId="47"/>
          <pc:sldLayoutMkLst>
            <pc:docMk/>
            <pc:sldMasterMk cId="2040177518" sldId="2147483660"/>
            <pc:sldLayoutMk cId="1611447873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35FF-0831-4810-B470-A8E349FB9AC1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33A2E-3EA7-4538-9A58-9D91F54AD2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112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Сегодня мы начинаем изучение языка программирования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C#. 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Этот язык широко используется для создания настольных приложений, веб-сервисов, облачных решений и компьютерных игр.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языка C# основной средой разработки является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Visual Studio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Это не просто текстовый редактор, а полноценная интегрированная среда разработки. Она объединяет в одном окне все инструменты, необходимые программисту: редактор кода, компилятор, средства поиска ошибок, отладки, тестирования и запуска программ.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Использование современной среды разработки значительно упрощает создание программ. Вместо того чтобы вручную компилировать проект, искать ошибки в текстовых файлах и запускать программу через командную строку, разработчик выполняет все эти действия в одном приложении.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этап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создание проекта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Visual Studio работа всегда начинается не с отдельного файла, а с создания проекта.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первых программ используется шаблон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то есть консольное приложение.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Консольные программы работают в текстовом окне и не содержат графического интерфейса. Это позволяет полностью сосредоточиться на изучении самого языка программирования, не отвлекаясь на создание окон, кнопок и других элементов интерфейса.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создания проекта можно выполнить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запуск программы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используется клавиша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F5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или кнопка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Start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панели инструментов.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запуска Visual Studio автоматически выполняет несколько важных операций.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происходит компиляция программы — исходный код преобразуется в промежуточный язык платформы .NET. Затем, если ошибок не обнаружено, программа запускается на выполнение.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в коде имеются ошибки, среда разработки выводит их список в окне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Error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List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Для каждой ошибки указывается номер строки и её описание, что значительно облегчает поиск и исправление проблемы.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успешной компиляции открывается консольное окно, в котором отображается результат работы программы. Именно в этот момент написанный программистом текст превращается в выполняемые компьютером инструкции.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05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элемент интерфейса, который необходимо изучить, —</a:t>
            </a:r>
            <a:r>
              <a:rPr lang="ru-RU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Обозреватель решений</a:t>
            </a: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представляет собой панель, отображающую структуру проекта. Здесь находятся все файлы программы, папки, подключённые библиотеки и другие ресурсы. По сути, он является своеобразной картой проекта, позволяющей быстро переходить между различными файлами.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 мере усложнения программ количество файлов значительно возрастает, поэтому умение ориентироваться в структуре проекта становится очень важным навыком разработчика. </a:t>
            </a:r>
          </a:p>
          <a:p>
            <a:pPr indent="450215" algn="just">
              <a:lnSpc>
                <a:spcPct val="150000"/>
              </a:lnSpc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Основное место работы программиста — </a:t>
            </a:r>
            <a:r>
              <a:rPr lang="ru-RU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редактор кода</a:t>
            </a: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здесь создаётся исходный код программы. Visual Studio значительно облегчает процесс программирования благодаря встроенным интеллектуальным инструментам.</a:t>
            </a:r>
          </a:p>
          <a:p>
            <a:pPr indent="450215" algn="just">
              <a:lnSpc>
                <a:spcPct val="150000"/>
              </a:lnSpc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Одной из наиболее полезных возможностей является </a:t>
            </a:r>
            <a:r>
              <a:rPr lang="ru-RU" sz="12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IntelliSense</a:t>
            </a: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система автоматического дополнения кода.</a:t>
            </a:r>
          </a:p>
          <a:p>
            <a:pPr indent="450215" algn="just">
              <a:lnSpc>
                <a:spcPct val="150000"/>
              </a:lnSpc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ввода Visual Studio предлагает названия классов, методов, свойств и переменных, отображает подсказки по параметрам методов и автоматически показывает документацию к используемым элементам.</a:t>
            </a:r>
          </a:p>
          <a:p>
            <a:pPr indent="450215" algn="just">
              <a:lnSpc>
                <a:spcPct val="150000"/>
              </a:lnSpc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Кроме ускорения работы, </a:t>
            </a:r>
            <a:r>
              <a:rPr lang="ru-RU" sz="1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IntelliSense</a:t>
            </a: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помогает избежать большого количества опечаток и синтаксических ошибок. Это особенно полезно начинающим программистам, которые ещё не запомнили все названия классов и методов библиотеки .NET. </a:t>
            </a:r>
          </a:p>
          <a:p>
            <a:r>
              <a:rPr lang="ru-RU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Таким образом, Visual Studio является не просто редактором кода, а полноценной профессиональной средой разработки, которая сопровождает программиста на всех этапах создания программы: от написания исходного кода до его компиляции, запуска, поиска ошибок и тестирования.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215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Прежде чем писать собственные программы, необходимо понять, из каких элементов состоит программа на языке C#. На первый взгляд исходный код может показаться сложным набором ключевых слов и символов, однако каждый элемент выполняет определённую функцию. Компилятор ожидает увидеть строго определённую структуру программы, поэтому понимание её устройства является обязательным условием успешного программирования.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создании нового консольного проекта Visual Studio автоматически формирует шаблон программы. Несмотря на то что современные версии C# позволяют использовать упрощённую структуру программы, важно сначала разобраться в классическом варианте, поскольку именно он помогает понять архитектуру языка и принципы его работы.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элемент программы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директива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using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нашем примере используется запись: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using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System;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сообщает компилятору, что в программе будут использоваться классы из пространства имён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System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в пространстве имён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System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находится класс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который позволяет выводить информацию на экран и считывать данные с клавиатуры. Если не подключить необходимые пространства имён, обращаться к их классам станет значительно сложнее, поскольку придётся каждый раз указывать их полное имя.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элемент программы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пространство имён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или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namespace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Пространство имён можно сравнить с папкой на компьютере.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 в файловой системе папки помогают упорядочивать документы, так и пространства имён позволяют организовывать программный код.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два разных разработчика могут создать класс с одинаковым названием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Program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но если эти классы находятся в разных пространствах имён, никакого конфликта не возникнет.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крупных проектах пространство имён помогает поддерживать порядок и облегчает навигацию по коду.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Внутри пространства имён располагается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класс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языке C# практически весь программный код должен находиться внутри классов.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Класс представляет собой шаблон, описывающий свойства и поведение объектов.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Пока мы будем воспринимать класс как контейнер, внутри которого располагаются методы и другие элементы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консольных приложениях Visual Studio автоматически создаёт класс с именем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Program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который служит основной точкой организации кода. Позже, при изучении объектно-ориентированного программирования, мы подробно рассмотрим назначение классов и принципы их использования.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Самым важным элементом программы является 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с него начинается выполнение любого консольного приложения.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пользователь запускает программу, операционная система передаёт управление платформе .NET, а та начинает выполнение именно с метода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такого метода в программе не будет, компилятор не сможет определить, с какого места начинать выполнение программы, и сообщит об ошибке.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объявлении метода присутствует несколько ключевых слов.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Ключевое слово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static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означает, что данный метод принадлежит самому классу, а не отдельному объекту.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Ключевое слово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void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показывает, что метод не возвращает никакого значения после завершения своей работы.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Внутри метода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располагаются инструкции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("Hello, World!");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Эта команда обращается к классу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вызывает 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WriteLine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который выводит текст на экран и после этого переводит курсор на новую строку.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с подобных инструкций начинается выполнение практически любой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завершения выполнения всех инструкций 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заканчивает свою работу, и программа завершает выполнение.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Последний элемент, о котором необходимо поговорить, — это результат компиляции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успешной компиляции Visual Studio создаёт файлы с расширением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или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внутри них находится не машинный код процессора, а специальный промежуточный язык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IL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Intermediate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Language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запуска программы среда выполнения .NET с помощью механизма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JIT-компиляции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преобразует этот промежуточный код в машинные инструкции, понятные процессору.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такой подход обеспечивает переносимость программ и позволяет одному и тому же приложению работать на различных операционных системах при наличии установленной платформы .NET.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153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Практически любая программа работает с данными. Она выполняет вычисления, получает информацию от пользователя, сохраняет результаты работы и обрабатывает различные значения. Для хранения этих данных используются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переменные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Переменная — это именованная область памяти компьютера, предназначенная для хранения значения. Переменная имеет имя, тип данных и значение, тип определяет, какие данные можно в неё поместить, а значение — это её содержимое. Во время работы программы содержимое переменной может изменяться, поэтому она и получила такое название.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Перед использованием переменную необходимо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объявить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Во время объявления программист сообщает компилятору имя переменной и её тип данных. После этого переменную обычно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инициализируют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то есть присваивают ей начальное значение.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 age = 25;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 name =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Анна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99.9;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первом случае создаётся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предназначенная для хранения целых чисел.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втором случае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имеет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хранит текст.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Третья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относится к типу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используется для хранения дробных чисел.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языке C# существует важное правило: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локальная переменная должна получить значение до первого использования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Если попытаться обратиться к переменной, которой ещё ничего не присвоено, компилятор сообщит об ошибке. Это позволяет избежать множества логических ошибок ещё до запуска программы.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Помимо явного указания типа существует ещё один способ объявления переменных — использование ключевого слова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 city =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Москва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 count = 100;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этом случае тип переменной определяет сам компилятор на основании присваиваемого значения.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переменной присвоена строка, компилятор определит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присвоено целое число — будет выбран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Использование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делает код более компактным, особенно когда тип переменной очевиден из правой части выражения.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Важно понимать, что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 делает язык динамически типизированным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объявления тип переменной фиксируется окончательно.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x = 5;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такой записи переменная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становится переменной типа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затем попытаться выполнить: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 = "текст";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компилятор сразу сообщит об ошибке, потому что изменить тип переменной после её создания невозможно.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это лишь автоматическое определение типа, а не отказ от строгой типизации. Компилятор всё равно знает точный тип каждой переменной ещё до запуска программы.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060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рассмотрим, как данные располагаются в памяти компьютера.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 переменной определяет не только допустимые значения, но и способ хранения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языке C# все типы делятся на две большие группы: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значимые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ссылочные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значимым типам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относятся, например,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bool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другие простые типы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Их значения обычно размещаются в области памяти, которая называется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стек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800" i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Stack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Стек отличается высокой скоростью работы и автоматически очищается после завершения выполнения метода. Именно поэтому работа со значимыми типами выполняется очень быстро.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ссылочным типам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относятся строки, объекты классов и многие другие сложные структуры.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Сами объекты располагаются в другой области памяти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куче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800" i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Heap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этом в стеке хранится только ссылка, то есть адрес объекта.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Управление памятью в куче выполняет специальный механизм платформы .NET —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сборщик мусора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который автоматически освобождает память, когда объект больше не используется программой. Благодаря этому программисту не приходится вручную удалять объекты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Подводя итог, можно сделать несколько важных выводов.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Переменные являются основным способом хранения информации в программе. Каждая переменная имеет имя, тип и значение. В языке C# используется строгая типизация, поэтому тип определяется во время объявления и не может изменяться в дальнейшем. Ключевое слово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лишь позволяет компилятору автоматически определить этот тип, но не отменяет правил строгой типизации. Кроме того, выбор типа переменной влияет не только на допустимые значения, но и на способ хранения данных в памяти компьютера, что важно учитывать при разработке эффективных программ.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534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Константа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это именованное значение, которое задаётся один раз при объявлении и не может быть изменено в дальнейшем. Если переменную можно сравнить с листом бумаги, на котором можно многократно стирать и записывать новую информацию, то константа похожа на надпись, высеченную на камне. После создания изменить её невозможно.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Константы используются тогда, когда значение по смыслу не должно изменяться в ходе работы программы. Это могут быть математические константы, количество дней в неделе, максимальное число попыток ввода пароля, название компании или другие постоянные величины.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объявления константы используется ключевое слово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double PI = 3.14159;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int MAX_USERS = 100;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string COMPANY_NAME = "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TechCorp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всех этих примерах значение присваивается сразу при объявлении.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отличие от обычной переменной, оставить константу без значения нельзя. Компилятор обязательно потребует выполнить её инициализацию в момент создания.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Попытка изменить значение константы приведёт к ошибке ещё на этапе компиляции.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если после объявления числа π выполнить команду: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PI = 3.14;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программа даже не будет скомпилирована.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очень важное преимущество констант. Компилятор автоматически защищает программу от случайного изменения данных, которые по своей природе должны оставаться постоянными.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605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сравним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переменные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константы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Главное отличие заключается в возможности изменения значения.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 переменной значение может изменяться сколько угодно раз в процессе выполнения программы. Поэтому переменные используют для хранения данных, которые постоянно обновляются: возраста пользователя, количества товаров, результатов вычислений, текста, введённого с клавиатуры, и другой изменяющейся информации.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Константы, наоборот, предназначены для хранения неизменных данных. Их значение фиксируется один раз и остаётся постоянным на протяжении всей работы программы. Именно поэтому они используются для математических констант, различных настроек программы и других постоянных параметров.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Использование констант значительно повышает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читаемость кода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Представьте, что в программе встречается условие: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attempts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&gt; 3)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никак не объясняет своё назначение.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записать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int MAX_ATTEMPTS = 3;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 (attempts &gt; MAX_ATTEMPTS)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код становится намного понятнее.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Даже не читая комментарии, можно сразу понять, что речь идёт о максимальном количестве попыток.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Кроме того, если в будущем потребуется изменить это ограничение, достаточно будет изменить значение только в одном месте программы. Все остальные участки автоматически начнут использовать новое значение. Такой подход значительно облегчает сопровождение программного обеспечения.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Использование констант также способствует повышению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безопасности программы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разработчик случайно попытается изменить значение константы, компилятор сразу сообщит об ошибке. Благодаря этому исключается возможность случайного изменения важных параметров программы, что делает код более надёжным и предсказуемым. </a:t>
            </a:r>
          </a:p>
          <a:p>
            <a:r>
              <a:rPr lang="ru-RU" dirty="0"/>
              <a:t>Определите, какие данные следует хранить в переменных, а какие — в константах: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имя пользователя;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число дней в неделе;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текущий счёт игрока;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максимальное количество попыток ввода пароля;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количество товаров в корзине;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название учебного заведения;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текущая температура;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число π.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421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Познакомимся с наиболее распространёнными типами данных.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Начнём с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целочисленных типов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Самым распространённым является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Он занимает 32 бита памяти и используется для хранения целых чисел.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Кроме типа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существуют и другие целочисленные типы.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byte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занимает всего 8 бит памяти и хранит значения от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 до 255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short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использует 16 бит памяти.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наоборот, занимает 64 бита и способен хранить значительно более крупные числа.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Выбор конкретного типа зависит от того, какой диапазон значений необходим программе.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Следующая группа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типы с плавающей точкой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предназначенные для хранения дробных чисел.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C# существует три основных типа.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float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Он занимает 32 бита памяти и используется для хранения дробных чисел средней точности.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Он занимает 64 бита и является типом по умолчанию для большинства научных вычислений.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Третий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decimal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Этот тип занимает 128 бит памяти и отличается значительно более высокой точностью представления десятичных дробей.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decimal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применяется при выполнении финансовых расчётов, где даже небольшая ошибка округления может привести к серьёзным последствиям.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Кроме числовых типов существуют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логический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символьный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типы.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bool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предназначен для хранения только двух значений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или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широко используется в условиях, циклах и логических выражениях.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используется для хранения одного символа.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отличие от строк, символ всегда заключается в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одинарные кавычки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хранит только один символ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Unicode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хранения текста используется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Несмотря на то что строка является ссылочным типом, она обладает интересной особенностью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неизменяемостью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означает, что после создания строки её содержимое нельзя изменить напрямую. Если кажется, что строка изменилась, на самом деле создаётся новый объект, а старая строка остаётся неизменной.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Такая особенность делает работу со строками более безопасной и предотвращает многие ошибки.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Особое место занимает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базовый тип всей платформы .NET.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Любой тип данных, существующий в C#, так или иначе связан с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System.Object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даже простые значения обладают собственными методами.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 number = 5;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 text =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number.ToString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переменная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number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имеет тип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для неё можно вызвать метод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ToString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который преобразует число в строку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возможно благодаря единой системе типов платформы .NET, в которой все типы имеют общего предка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System.Object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937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программа становится больше нескольких десятков строк, огромное значение приобретает не только правильность её работы, но 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читаемость кода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Очень часто программисту приходится читать чужие программы или возвращаться к собственному коду спустя несколько месяцев. Если имена переменных, методов и классов выбраны удачно, понять программу можно практически сразу. Если же используются случайные сокращения и непонятные обозначения, даже автору бывает трудно разобраться в собственном коде.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в языке C# существуют общепринятые правила именования, которые соблюдаются всеми разработчиками платформы .NET. Следование этим правилам делает код понятным, единообразным и профессиональным.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Первое правило называется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PascalCase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использовании этого стиля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каждое слово начинается с заглавной буквы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пробелы между словами отсутствуют.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Customer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OrderProcessor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FirstName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Стиль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PascalCase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применяется для имен классов, методов, пространств имён, свойств и констант.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вы увидите имя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сразу станет понятно, что это метод, выполняющий вычисление общей суммы.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 имя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Customer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скорее всего обозначает класс, описывающий покупателя.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стиль называется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camelCase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первое слово начинается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 строчной буквы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каждое следующее — с заглавной.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customerName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totalPrice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orderCount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такой стиль используется для локальных переменных, параметров методов и большинства внутренних переменных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Благодаря различию между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PascalCase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camelCase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разработчик уже по названию может понять, к какому элементу программы относится данное имя.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Очень важно выбирать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осмысленные имена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Иногда начинающие программисты называют переменные так: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 x;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 t;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 data;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Подобные названия практически ничего не говорят о назначении переменной.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Через некоторое время становится невозможно понять, что именно хранится в переменной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или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Гораздо правильнее использовать описательные имена.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employeeAge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30;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employeeLastName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Иванов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Даже не читая комментарии, можно сразу понять, какую информацию содержат эти переменные.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хорошие имена часто называют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самодокументируемым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кодом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Они сами объясняют назначение переменной и уменьшают необходимость в дополнительных комментариях.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Следует помнить, что код в профессиональной разработке гораздо чаще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читают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чем пишут.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задача программиста заключается не только в том, чтобы заставить программу работать, но и сделать её максимально понятной другим разработчикам.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Хорошо выбранные имена существенно облегчают сопровождение проекта, поиск ошибок и дальнейшее развитие программы.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541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Профессиональная разработка программного обеспечения строится не только на использовании понятных имён. Во всём мире существуют единые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стандарты оформления программного кода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которых придерживаются разработчики. Эти рекомендации разработаны компанией Microsoft и являются общепринятыми для всей экосистемы .NET.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Главная цель стандартов — сделать код понятным любому программисту. Если все разработчики используют одинаковые правила именования и оформления, новому участнику команды значительно проще разобраться в проекте, а сопровождение программ становится быстрее и удобнее.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Первое правило заключается в том, что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имя должно отражать смысл, а не тип данных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Раньше существовала практика добавлять к имени переменной сокращение её типа. 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intCount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Сегодня такой подход считается устаревшим.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Компилятор и среда разработки уже знают тип каждой переменной, поэтому нет необходимости дублировать эту информацию в её названии.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Гораздо правильнее использовать такие имена, как: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customerName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orderCount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 этих названий сразу понятно, какую информацию хранит переменная, независимо от её типа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Второе правило касается использования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символа подчёркивания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многих языках программирования распространён стиль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snake_case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когда слова разделяются символом подчёркивания.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customer_name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order_count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языке C# такой стиль практически не используется.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большинства элементов применяются только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PascalCase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camelCase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Исключением являются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приватные поля класса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для которых принято использовать префикс подчёркивания.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private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_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connectionString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подход позволяет легко отличать внутренние поля класса от локальных переменных и параметров методов.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Следующее правило относится к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именованию методов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Имя метода должно описывать действие, которое он выполняет.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методы обычно называют глаголами.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CalculateTax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SaveOrder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метод возвращает логическое значение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или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его название принято начинать со слов: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Can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IsActive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HasPermission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CanDelete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Уже по одному названию становится понятно, что такой метод отвечает на определённый вопрос и возвращает логическое значение. Это делает код более понятным и облегчает его чтение.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элемент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пространства имён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крупных проектах пространство имён отражает структуру приложения.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Обычно используется иерархия: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Компания → Проект → Подсистема.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namespace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MyCompany.ECommerce.Orders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или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namespace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MyCompany.ECommerce.Payments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Такая организация помогает быстро определить, к какой части проекта относится тот или иной класс.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Кроме того, использование пространств имён предотвращает конфликты между классами с одинаковыми названиями. Даже если в разных подсистемах существуют два класса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Order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они не будут мешать друг другу, поскольку находятся в разных пространствах имён.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528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 этого момента мы рассматривали программы, которые самостоятельно выводили заранее подготовленный текст. Однако большинство реальных приложений должны взаимодействовать с пользователем: получать информацию с клавиатуры, обрабатывать её и выводить результат на экран. В консольных приложениях для этого используется класс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который предоставляет специальные методы для ввода и вывода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Начнём с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вывода информации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отображения текста в консоли используются два основных метода: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Главное различие между ними заключается в том, что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WriteLine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после вывода текста автоматически переводит курсор на новую строку, 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Write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оставляет курсор на текущей строке.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("Привет, ");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("Мир!");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пользователь увидит на экране одну строку: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Привет, Мир!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Write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обычно используют, когда необходимо продолжить вывод в той же строке, 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WriteLine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когда нужно завершить строку и перейти к следующей.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важный элемент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ввод данных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получения информации от пользователя используется метод: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Console.ReadLine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Этот метод ожидает, пока пользователь введёт текст и нажмёт клавишу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Enter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После этого введённая строка возвращается программе.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("Ваше имя: ");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Console.ReadLine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программа выводит приглашение к вводу, затем ожидает, пока пользователь введёт своё имя. После нажатия клавиши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Enter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введённый текст сохраняется в переменную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Важно помнить, что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Console.ReadLine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всегда возвращает строку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Даже если пользователь вводит число, программа сначала получает его как текст.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далее требуется выполнить математические вычисления, строку необходимо преобразовать в числовой тип.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безопасного преобразования рекомендуется использовать 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TryParse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int.TryParse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Console.ReadLine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(), out int age))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($"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Вам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{age}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лет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.");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Некорректный ввод возраста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.");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TryParse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пытается преобразовать введённую строку в число, </a:t>
            </a:r>
            <a:r>
              <a:rPr lang="ru-RU" sz="1800" b="0" i="0" dirty="0">
                <a:solidFill>
                  <a:srgbClr val="0A0A0A"/>
                </a:solidFill>
                <a:effectLst/>
                <a:latin typeface="Google Sans"/>
              </a:rPr>
              <a:t>возвращая </a:t>
            </a:r>
            <a:r>
              <a:rPr lang="ru-RU" sz="1800" dirty="0" err="1"/>
              <a:t>true</a:t>
            </a:r>
            <a:r>
              <a:rPr lang="ru-RU" sz="1800" b="0" i="0" dirty="0">
                <a:solidFill>
                  <a:srgbClr val="0A0A0A"/>
                </a:solidFill>
                <a:effectLst/>
                <a:latin typeface="Google Sans"/>
              </a:rPr>
              <a:t>/</a:t>
            </a:r>
            <a:r>
              <a:rPr lang="ru-RU" sz="1800" dirty="0" err="1"/>
              <a:t>false</a:t>
            </a:r>
            <a:r>
              <a:rPr lang="ru-RU" sz="1800" b="0" i="0" dirty="0">
                <a:solidFill>
                  <a:srgbClr val="0A0A0A"/>
                </a:solidFill>
                <a:effectLst/>
                <a:latin typeface="Google Sans"/>
              </a:rPr>
              <a:t> (успех/неудача) и помещая результат в выходной параметр (</a:t>
            </a:r>
            <a:r>
              <a:rPr lang="ru-RU" sz="1800" dirty="0" err="1"/>
              <a:t>out</a:t>
            </a:r>
            <a:r>
              <a:rPr lang="ru-RU" sz="1800" b="0" i="0" dirty="0">
                <a:solidFill>
                  <a:srgbClr val="0A0A0A"/>
                </a:solidFill>
                <a:effectLst/>
                <a:latin typeface="Google Sans"/>
              </a:rPr>
              <a:t>), избегая исключений.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i="0" dirty="0" err="1">
                <a:solidFill>
                  <a:srgbClr val="0A0A0A"/>
                </a:solidFill>
                <a:effectLst/>
                <a:latin typeface="Google Sans"/>
              </a:rPr>
              <a:t>out</a:t>
            </a:r>
            <a:r>
              <a:rPr lang="ru-RU" sz="1800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ru-RU" sz="1800" b="1" i="0" dirty="0" err="1">
                <a:solidFill>
                  <a:srgbClr val="0A0A0A"/>
                </a:solidFill>
                <a:effectLst/>
                <a:latin typeface="Google Sans"/>
              </a:rPr>
              <a:t>int</a:t>
            </a:r>
            <a:r>
              <a:rPr lang="ru-RU" sz="1800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en-US" sz="1800" b="1" i="0" dirty="0">
                <a:solidFill>
                  <a:srgbClr val="0A0A0A"/>
                </a:solidFill>
                <a:effectLst/>
                <a:latin typeface="Google Sans"/>
              </a:rPr>
              <a:t>age</a:t>
            </a:r>
            <a:r>
              <a:rPr lang="ru-RU" sz="1800" b="1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ru-RU" sz="1800" b="0" i="0" dirty="0">
                <a:solidFill>
                  <a:srgbClr val="0A0A0A"/>
                </a:solidFill>
                <a:effectLst/>
                <a:latin typeface="Google Sans"/>
              </a:rPr>
              <a:t>— это выходной параметр. Если преобразование успешно, в переменную будет записано число; если нет, переменная будет иметь значение по умолчанию (например, 0 для </a:t>
            </a:r>
            <a:r>
              <a:rPr lang="ru-RU" sz="1800" b="0" i="0" dirty="0" err="1">
                <a:solidFill>
                  <a:srgbClr val="0A0A0A"/>
                </a:solidFill>
                <a:effectLst/>
                <a:latin typeface="Google Sans"/>
              </a:rPr>
              <a:t>int</a:t>
            </a:r>
            <a:r>
              <a:rPr lang="ru-RU" sz="1800" b="0" i="0" dirty="0">
                <a:solidFill>
                  <a:srgbClr val="0A0A0A"/>
                </a:solidFill>
                <a:effectLst/>
                <a:latin typeface="Google Sans"/>
              </a:rPr>
              <a:t>). 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преобразование прошло успешно, программа продолжает работу.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пользователь ввёл некорректные данные, например буквы вместо цифр, программа не завершится с ошибкой, а сможет корректно обработать ситуацию и вывести сообщение о неправильном вводе.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Именно поэтому в профессиональной разработке рекомендуется использовать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TryParse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одна важная возможность языка C#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интерполяция строк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позволяет удобно вставлять значения переменных прямо внутрь строки.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перед строкой ставится символ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$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имя переменной заключается в фигурные скобки.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 user =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Алиса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 score = 100;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($"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Игрок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{user},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Очки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{score}");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программа автоматически подставит значения переменных и выведет: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Игрок: Алиса, Очки: 100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Таким образом, класс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Console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предоставляет основные средства взаимодействия консольной программы с пользователем. Методы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Write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()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и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WriteLine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()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используются для вывода информации на экран,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ReadLine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()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— для получения данных с клавиатуры,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TryParse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позволяет безопасно преобразовывать текст в числовые значения, а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интерполяция строк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делает вывод информации более удобным и понятным.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036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 </a:t>
            </a:r>
            <a:r>
              <a:rPr lang="en-US" dirty="0" err="1"/>
              <a:t>userName</a:t>
            </a:r>
            <a:r>
              <a:rPr lang="en-US" dirty="0"/>
              <a:t> = "</a:t>
            </a:r>
            <a:r>
              <a:rPr lang="ru-RU" dirty="0"/>
              <a:t>Анна"; </a:t>
            </a:r>
          </a:p>
          <a:p>
            <a:r>
              <a:rPr lang="en-US" dirty="0"/>
              <a:t>int age = 18; </a:t>
            </a:r>
            <a:endParaRPr lang="ru-RU" dirty="0"/>
          </a:p>
          <a:p>
            <a:r>
              <a:rPr lang="en-US" dirty="0"/>
              <a:t>char </a:t>
            </a:r>
            <a:r>
              <a:rPr lang="en-US" dirty="0" err="1"/>
              <a:t>groupLetter</a:t>
            </a:r>
            <a:r>
              <a:rPr lang="en-US" dirty="0"/>
              <a:t> = '</a:t>
            </a:r>
            <a:r>
              <a:rPr lang="ru-RU" dirty="0"/>
              <a:t>А’; </a:t>
            </a:r>
          </a:p>
          <a:p>
            <a:r>
              <a:rPr lang="en-US" dirty="0"/>
              <a:t>const int </a:t>
            </a:r>
            <a:r>
              <a:rPr lang="en-US" dirty="0" err="1"/>
              <a:t>MaxAttempts</a:t>
            </a:r>
            <a:r>
              <a:rPr lang="en-US" dirty="0"/>
              <a:t> = 3; </a:t>
            </a:r>
            <a:endParaRPr lang="ru-RU" dirty="0"/>
          </a:p>
          <a:p>
            <a:r>
              <a:rPr lang="en-US" dirty="0"/>
              <a:t>var city = "</a:t>
            </a:r>
            <a:r>
              <a:rPr lang="ru-RU" dirty="0"/>
              <a:t>Москва"; </a:t>
            </a:r>
          </a:p>
          <a:p>
            <a:r>
              <a:rPr lang="en-US" dirty="0" err="1"/>
              <a:t>Console.WriteLine</a:t>
            </a:r>
            <a:r>
              <a:rPr lang="en-US" dirty="0"/>
              <a:t>($"</a:t>
            </a:r>
            <a:r>
              <a:rPr lang="ru-RU" dirty="0"/>
              <a:t>Имя пользователя: {</a:t>
            </a:r>
            <a:r>
              <a:rPr lang="en-US" dirty="0" err="1"/>
              <a:t>userName</a:t>
            </a:r>
            <a:r>
              <a:rPr lang="en-US" dirty="0"/>
              <a:t>}");</a:t>
            </a:r>
          </a:p>
          <a:p>
            <a:endParaRPr lang="en-US" dirty="0"/>
          </a:p>
          <a:p>
            <a:r>
              <a:rPr lang="en-US" dirty="0"/>
              <a:t>string city = "</a:t>
            </a:r>
            <a:r>
              <a:rPr lang="en-US" dirty="0" err="1"/>
              <a:t>Москва</a:t>
            </a:r>
            <a:r>
              <a:rPr lang="en-US" dirty="0"/>
              <a:t>"; </a:t>
            </a:r>
          </a:p>
          <a:p>
            <a:r>
              <a:rPr lang="en-US" dirty="0"/>
              <a:t>int </a:t>
            </a:r>
            <a:r>
              <a:rPr lang="en-US" dirty="0" err="1"/>
              <a:t>studentCount</a:t>
            </a:r>
            <a:r>
              <a:rPr lang="en-US" dirty="0"/>
              <a:t> = 25; </a:t>
            </a:r>
          </a:p>
          <a:p>
            <a:r>
              <a:rPr lang="en-US" dirty="0"/>
              <a:t>double </a:t>
            </a:r>
            <a:r>
              <a:rPr lang="en-US" dirty="0" err="1"/>
              <a:t>averageGrade</a:t>
            </a:r>
            <a:r>
              <a:rPr lang="en-US" dirty="0"/>
              <a:t> = 4.6; </a:t>
            </a:r>
          </a:p>
          <a:p>
            <a:r>
              <a:rPr lang="en-US" dirty="0"/>
              <a:t>bool </a:t>
            </a:r>
            <a:r>
              <a:rPr lang="en-US" dirty="0" err="1"/>
              <a:t>isActive</a:t>
            </a:r>
            <a:r>
              <a:rPr lang="en-US" dirty="0"/>
              <a:t> = true; </a:t>
            </a:r>
          </a:p>
          <a:p>
            <a:r>
              <a:rPr lang="en-US" dirty="0"/>
              <a:t>decimal </a:t>
            </a:r>
            <a:r>
              <a:rPr lang="en-US" dirty="0" err="1"/>
              <a:t>productPrice</a:t>
            </a:r>
            <a:r>
              <a:rPr lang="en-US" dirty="0"/>
              <a:t> = 999.99m; </a:t>
            </a:r>
          </a:p>
          <a:p>
            <a:r>
              <a:rPr lang="en-US" dirty="0"/>
              <a:t>char </a:t>
            </a:r>
            <a:r>
              <a:rPr lang="en-US" dirty="0" err="1"/>
              <a:t>groupLetter</a:t>
            </a:r>
            <a:r>
              <a:rPr lang="en-US" dirty="0"/>
              <a:t> = 'А';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849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842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33A2E-3EA7-4538-9A58-9D91F54AD2E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840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5BA4B5-4E36-4F5D-BA9D-00CE4AA4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A083F-CBCE-4151-84F1-F68EB80A3F7C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2C02A4-EEBF-4722-BF1F-ABAF7CCB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FC1EDB-72C0-43BD-943F-23E81823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A4103-BEB4-4CD4-873F-A6A7C4CB04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88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4C0DF1-3338-446E-891A-10BD25000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65B79-6690-4F8C-9B80-82DFE6F99E90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C56D3D-F3BE-4DFD-A3EA-42D0B386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EBF8AF-6040-47C7-B885-7EDAA7C3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2FDD2-4DBF-43E2-97E4-DDC902C6D72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022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21FEC4-A25B-445D-948F-64F20698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36BA-153D-4673-906B-42F6EE297799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5ED163-6313-457A-A89A-DBEE48A9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BAC972-044A-407F-8ACA-27CEB5D3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6AFFB-175A-4F6E-B729-E1E32C7482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94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D875D2EF-DB53-4BEE-947B-1DCABEC16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5939F-F447-4859-895B-7CD379D81A0B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5C6D1EF-57F9-4184-8F38-0C34BA53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ACA1E3F8-86B9-4381-AE9A-F9B96713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080D9-3368-496F-B9B1-B7DC3160085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350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C98DB2A1-B860-499B-A9D3-327431A6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D7486-02C4-46EE-9756-E897201AB6E3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78E3DFA7-2664-4CC1-9C5D-2AE8163C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CEBFFA1-0715-423D-B657-9E3D6D21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C5051-C1A1-4FF1-AD64-91773D064C7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10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AA9250C6-BC9F-4C7C-9A38-A846E317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BE144-A518-46D4-A3D3-5B26AC5A70FC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68FE42DD-6754-480C-9271-287D2118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97A4645-6761-419A-807F-25396137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7AF17-04B7-470F-AAC4-389DD9D49AF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80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C397D5F4-E8F1-45F8-AEE4-B1F69EB95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83DF9-1B82-47D1-A315-3B91E2813040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F0D3602C-FAB3-4557-8A8E-3D5F11D1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9E018709-17AA-4064-92D4-706608EB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F2884-6AB9-4798-936F-2B0A65303D6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653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0F8EF8B-33A0-4B98-874B-95BA7DD53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67B48-A092-46D9-8EA5-AFE73504FE0E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176B246B-12EE-41E4-AE7B-0EF0DDEC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82EAC51-7782-4E9D-988A-4B6DE1A24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C7780-06D1-427D-80C7-A604DBC6530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70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D943F8A-D445-4D07-BEC0-305E24BB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91647-C8AD-48AE-BFC4-A28E9BB6F421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D4217D56-4004-43E4-87D8-F52DAD00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0BBB2E6-319E-4E6D-945D-F47E2C4C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E76B5-54B0-4960-BDA8-9299F5A95D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141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C4B4BD-2937-40F2-B8EB-06F97B1D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E7F8B-2442-4AFC-A6D3-B723CCE6BA73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2ACDB5-A6E1-4178-8247-1D43AE1B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A877FF-3B5B-4135-8040-90117730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D227C-F957-4E6F-80E6-5E3F72CCC3A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C53387-AB1C-41DA-9D18-5EF04B8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41FCF1-25CD-4225-8B77-8FEDF4ABE325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C5C35E-4888-4FC1-BEB9-D0F5F16E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864F7A-C3C0-4734-8A2D-6AE70064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98027-0C96-4F94-BDCD-8E7E2E6C071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568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2041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0517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1188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7655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8665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56229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87180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0868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7092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96358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4108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39DAEE72-CEFD-4E80-A46F-3358C333B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693E1B86-B81D-4544-AA6F-562C56D7C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121151-B8A8-4EF2-AF50-3FE757BF5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323B16D-E927-4C77-B2E9-E87E4CA9289D}" type="datetimeFigureOut">
              <a:rPr lang="ru-RU"/>
              <a:pPr>
                <a:defRPr/>
              </a:pPr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62D88E-BD9E-44F2-B408-F59F88C7D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C0FBD2-6663-42A2-B83F-D9E2D1B7E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EF9D80C-D0B1-4F1D-B1F9-F1B97B9980C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00983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633585" y="2233926"/>
            <a:ext cx="855841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Структура программы. Идентификаторы, переменные, константы. Базовые типы данных. Правила именования и стиль кода.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Основы алгоритмизации и программирования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26454151-F915-649F-38BF-1AFA4EA7A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968" y="2308909"/>
            <a:ext cx="3621209" cy="4426392"/>
          </a:xfrm>
          <a:prstGeom prst="rect">
            <a:avLst/>
          </a:prstGeom>
        </p:spPr>
      </p:pic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0269BE01-3C25-352F-F4F0-40205CFEE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7088" y="2302763"/>
            <a:ext cx="3988559" cy="4446947"/>
          </a:xfrm>
          <a:prstGeom prst="rect">
            <a:avLst/>
          </a:prstGeom>
        </p:spPr>
      </p:pic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E9034CBD-5073-0954-41DC-5243169D3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387" y="2288354"/>
            <a:ext cx="4086880" cy="4446947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B731B1D8-C1C2-3617-436A-E199D65305DF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55D11192-9CA5-8790-4F4E-57A7EC7A89C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25C7EFE5-975E-BA9A-694E-A0B9A4E86883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D1D16EDC-7790-7284-8FB5-A2FFEB6692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0">
            <a:extLst>
              <a:ext uri="{FF2B5EF4-FFF2-40B4-BE49-F238E27FC236}">
                <a16:creationId xmlns:a16="http://schemas.microsoft.com/office/drawing/2014/main" id="{0E53443C-51A5-D71F-9F32-CDD54BFE889F}"/>
              </a:ext>
            </a:extLst>
          </p:cNvPr>
          <p:cNvSpPr/>
          <p:nvPr/>
        </p:nvSpPr>
        <p:spPr>
          <a:xfrm>
            <a:off x="1272867" y="295907"/>
            <a:ext cx="8151763" cy="445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Visual Studio: Ваш командный центр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CF6EFAA-4BCA-CDAA-B7EB-8D0322CAAE46}"/>
              </a:ext>
            </a:extLst>
          </p:cNvPr>
          <p:cNvSpPr/>
          <p:nvPr/>
        </p:nvSpPr>
        <p:spPr>
          <a:xfrm>
            <a:off x="361708" y="890185"/>
            <a:ext cx="11495995" cy="124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Visual Studio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интегрированная среда разработки (IDE), которая объединяет все инструменты, необходимые для создания приложений на C#. Это не просто текстовый редактор: Visual Studio помогает писать код, находить ошибки, тестировать и запускать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программы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всё в одном окне. Для начала работы достаточно скачать бесплатную версию Visual Studio Community с официального сайта Microsoft.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C764E09-E9BD-C0BB-7A6D-F060A05E391D}"/>
              </a:ext>
            </a:extLst>
          </p:cNvPr>
          <p:cNvSpPr/>
          <p:nvPr/>
        </p:nvSpPr>
        <p:spPr>
          <a:xfrm>
            <a:off x="361708" y="2396863"/>
            <a:ext cx="3988559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Solution Explorer и редактор кода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B5DFAD0-47D9-0507-B2DA-A6183DD36C4C}"/>
              </a:ext>
            </a:extLst>
          </p:cNvPr>
          <p:cNvSpPr/>
          <p:nvPr/>
        </p:nvSpPr>
        <p:spPr>
          <a:xfrm>
            <a:off x="361708" y="2809191"/>
            <a:ext cx="3988559" cy="3752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Solution Explorer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(Обозреватель решений)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панель слева, которая отображает структуру вашего проекта: файлы, папки, ссылки на библиотеки. Это навигационная карта всего проекта.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Редактор </a:t>
            </a:r>
            <a:r>
              <a:rPr lang="en-US" sz="1600" b="1" dirty="0" err="1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кода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центральная область, где вы пишете код. Он поддерживает подсветку синтаксиса, автодополнение (IntelliSense) и мгновенную проверку ошибок. IntelliSense предлагает варианты имён методов и свойств по мере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ввода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значительно ускоряет работу и снижает количество опечаток.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4598331-6238-DD99-09E4-CC37D7467153}"/>
              </a:ext>
            </a:extLst>
          </p:cNvPr>
          <p:cNvSpPr/>
          <p:nvPr/>
        </p:nvSpPr>
        <p:spPr>
          <a:xfrm>
            <a:off x="4602966" y="2396862"/>
            <a:ext cx="3715124" cy="412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Создание проекта: Console App и .NET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F691230-F50F-A75A-7C8F-F58BE92BC2E2}"/>
              </a:ext>
            </a:extLst>
          </p:cNvPr>
          <p:cNvSpPr/>
          <p:nvPr/>
        </p:nvSpPr>
        <p:spPr>
          <a:xfrm>
            <a:off x="4602966" y="2809191"/>
            <a:ext cx="3715124" cy="384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Чтобы создать первое приложение: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File → New → Project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выберите шаблон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Console App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(Консольное приложение). При создании проекта необходимо выбрать версию .NET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современной платформы для разработки. На сегодняшний день актуальна .NET 8 (LTS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долгосрочная поддержка). Консольное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приложение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идеальный старт: оно работает в текстовом окне, не требует интерфейса и позволяет сосредоточиться на логике языка.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C1CDA779-07F9-83CF-6872-663D314D5960}"/>
              </a:ext>
            </a:extLst>
          </p:cNvPr>
          <p:cNvSpPr/>
          <p:nvPr/>
        </p:nvSpPr>
        <p:spPr>
          <a:xfrm>
            <a:off x="8570788" y="2394110"/>
            <a:ext cx="3357825" cy="35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Первый запуск: клавиша F5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15653DF6-7DC5-21F7-2E24-4468FCF348BF}"/>
              </a:ext>
            </a:extLst>
          </p:cNvPr>
          <p:cNvSpPr/>
          <p:nvPr/>
        </p:nvSpPr>
        <p:spPr>
          <a:xfrm>
            <a:off x="8570788" y="2871236"/>
            <a:ext cx="3554389" cy="375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Нажмите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F5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или кнопку ▶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 Start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на панели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инструментов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Visual Studio скомпилирует код и запустит программу. Если в коде есть ошибки, они будут показаны в панели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Error List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с указанием строки и описания проблемы. Успешный запуск откроет чёрное консольное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окно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именно здесь вы увидите результат работы вашей программы. Это момент, когда текст на экране превращается в исполняемые инструкции для компьютера.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0B0C6D-E22C-CA2B-EACE-871B0B199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5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47C5F85-A666-7190-C643-CFA74F608B51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FB557B92-953C-7405-CA25-5AD29FBC6360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1DC999D0-EB55-26F1-3C11-02ADB77747DC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6D0B7CB2-2C3F-AD3F-8859-F0E643F8EA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ECBF19-2C62-7C48-1984-449DB696F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459A767-5849-5924-5A05-F9E9B9E5D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6896"/>
            <a:ext cx="12192000" cy="628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8124C400-2B91-376C-FACB-7C5C54F2A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533" y="1861160"/>
            <a:ext cx="4086880" cy="444694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6215558-CC5E-C26C-1201-35E03C5758CD}"/>
              </a:ext>
            </a:extLst>
          </p:cNvPr>
          <p:cNvSpPr/>
          <p:nvPr/>
        </p:nvSpPr>
        <p:spPr>
          <a:xfrm>
            <a:off x="1892299" y="182335"/>
            <a:ext cx="8151763" cy="466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Анатомия программы на C#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ED43C4C-9033-2064-6A25-AF5F43F3952C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E86F90-8DCE-00DF-056B-1AC668AC8769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B945E78B-53D5-1F06-F8F6-D5F3422CE875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49D22606-B5E7-78BD-29C8-7C7C5C25B5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7CF602-25C4-C215-2884-03EC994582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058" y="6604011"/>
            <a:ext cx="1182047" cy="18000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AF8BAF7B-9FB3-B67D-DD0B-526E5CCDEC46}"/>
              </a:ext>
            </a:extLst>
          </p:cNvPr>
          <p:cNvSpPr/>
          <p:nvPr/>
        </p:nvSpPr>
        <p:spPr>
          <a:xfrm>
            <a:off x="361708" y="935064"/>
            <a:ext cx="11655397" cy="98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Каждая программа на C# имеет строгую структуру, которую компилятор ожидает увидеть. Понимание этой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структуры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ключ к чтению и написанию любого C#-кода. Рассмотрим стандартный шаблон консольного приложения, который Visual Studio создаёт автоматически при новом проекте.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B7CEF74-FFCE-C1D8-1936-60577F6728A6}"/>
              </a:ext>
            </a:extLst>
          </p:cNvPr>
          <p:cNvSpPr/>
          <p:nvPr/>
        </p:nvSpPr>
        <p:spPr>
          <a:xfrm>
            <a:off x="361708" y="1974585"/>
            <a:ext cx="4028426" cy="332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Структура кода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25A3660-60B0-ED24-B3A6-AA46B3118F99}"/>
              </a:ext>
            </a:extLst>
          </p:cNvPr>
          <p:cNvSpPr/>
          <p:nvPr/>
        </p:nvSpPr>
        <p:spPr>
          <a:xfrm>
            <a:off x="329277" y="2422048"/>
            <a:ext cx="3803391" cy="3886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using System;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namespace MyFirstApp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class Program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static void Main()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    Console.WriteLine("Hello, World!");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FA44FA9-5E76-137C-CA7C-47648B0E3B9A}"/>
              </a:ext>
            </a:extLst>
          </p:cNvPr>
          <p:cNvSpPr/>
          <p:nvPr/>
        </p:nvSpPr>
        <p:spPr>
          <a:xfrm>
            <a:off x="4593652" y="1716438"/>
            <a:ext cx="7610802" cy="28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Разбор по элементам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5C5297B-B4AA-2A59-384B-E27436197152}"/>
              </a:ext>
            </a:extLst>
          </p:cNvPr>
          <p:cNvSpPr/>
          <p:nvPr/>
        </p:nvSpPr>
        <p:spPr>
          <a:xfrm>
            <a:off x="4487946" y="1974585"/>
            <a:ext cx="7399390" cy="28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Пространство имён (namespace)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FDD26F87-2E8F-5801-2202-07EE4FB3A0EC}"/>
              </a:ext>
            </a:extLst>
          </p:cNvPr>
          <p:cNvSpPr/>
          <p:nvPr/>
        </p:nvSpPr>
        <p:spPr>
          <a:xfrm>
            <a:off x="4448588" y="2284462"/>
            <a:ext cx="7568517" cy="9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namespace </a:t>
            </a:r>
            <a:r>
              <a:rPr lang="en-US" sz="1400" dirty="0" err="1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MyFirstApp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контейнер, который группирует классы и предотвращает конфликты имён. Представьте его как папку для ваших файлов: два класса с одинаковым именем могут сосуществовать, если находятся в разных пространствах имён. Директива </a:t>
            </a:r>
            <a:r>
              <a:rPr lang="en-US" sz="14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using System;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подключает стандартную библиотеку, содержащую базовые классы, включая </a:t>
            </a:r>
            <a:r>
              <a:rPr lang="en-US" sz="14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94D459E4-3E58-8C44-5144-81563EF1F2D8}"/>
              </a:ext>
            </a:extLst>
          </p:cNvPr>
          <p:cNvSpPr/>
          <p:nvPr/>
        </p:nvSpPr>
        <p:spPr>
          <a:xfrm>
            <a:off x="4448587" y="3369036"/>
            <a:ext cx="7568517" cy="26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Класс (class)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8B27D2AE-37E7-4665-F5E5-5FAE033C4236}"/>
              </a:ext>
            </a:extLst>
          </p:cNvPr>
          <p:cNvSpPr/>
          <p:nvPr/>
        </p:nvSpPr>
        <p:spPr>
          <a:xfrm>
            <a:off x="4448587" y="3673828"/>
            <a:ext cx="7568517" cy="71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 Program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определение класса. В C# весь код должен находиться внутри классов. Класс описывает структуру и поведение объектов. В консольных приложениях класс </a:t>
            </a:r>
            <a:r>
              <a:rPr lang="en-US" sz="14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Program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создаётся по умолчанию и содержит точку входа.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4034229B-DD46-547E-5640-FE6F3BE636A0}"/>
              </a:ext>
            </a:extLst>
          </p:cNvPr>
          <p:cNvSpPr/>
          <p:nvPr/>
        </p:nvSpPr>
        <p:spPr>
          <a:xfrm>
            <a:off x="4487946" y="4435331"/>
            <a:ext cx="7610801" cy="17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Метод Main </a:t>
            </a:r>
            <a:r>
              <a:rPr lang="ru-RU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 входная точка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3B08EE87-308D-B878-E5BA-7216EF5CA4EA}"/>
              </a:ext>
            </a:extLst>
          </p:cNvPr>
          <p:cNvSpPr/>
          <p:nvPr/>
        </p:nvSpPr>
        <p:spPr>
          <a:xfrm>
            <a:off x="4487946" y="4693478"/>
            <a:ext cx="7610801" cy="60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static void Main()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метод, с которого начинается выполнение программы. Без него компилятор выдаст ошибку. Ключевое слово </a:t>
            </a:r>
            <a:r>
              <a:rPr lang="en-US" sz="14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static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означает, что метод принадлежит самому классу, а не конкретному объекту.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9D76936-A1B2-2678-9467-B1ACE1709D41}"/>
              </a:ext>
            </a:extLst>
          </p:cNvPr>
          <p:cNvSpPr/>
          <p:nvPr/>
        </p:nvSpPr>
        <p:spPr>
          <a:xfrm>
            <a:off x="4487946" y="5461048"/>
            <a:ext cx="7610800" cy="31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Файловая система и DLL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833E9C88-2EA4-19AD-B64C-382CCB31BE8B}"/>
              </a:ext>
            </a:extLst>
          </p:cNvPr>
          <p:cNvSpPr/>
          <p:nvPr/>
        </p:nvSpPr>
        <p:spPr>
          <a:xfrm>
            <a:off x="4487946" y="5781083"/>
            <a:ext cx="7610800" cy="100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При компиляции Visual Studio создаёт файлы с расширением </a:t>
            </a:r>
            <a:r>
              <a:rPr lang="en-US" sz="14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.dll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(Dynamic Link Library) или </a:t>
            </a:r>
            <a:r>
              <a:rPr lang="en-US" sz="14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.exe</a:t>
            </a: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 DLL содержит скомпилированный код в формате IL (Intermediate Language), который затем исполняется платформой .NET через механизм JIT-компиляции.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22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F643F7-62CB-4C0B-9847-638C753D29DD}"/>
              </a:ext>
            </a:extLst>
          </p:cNvPr>
          <p:cNvSpPr/>
          <p:nvPr/>
        </p:nvSpPr>
        <p:spPr>
          <a:xfrm>
            <a:off x="1390854" y="294697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Переменные: как хранить информацию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9B9EDB1-B177-2AB7-65CE-98820FBDD088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252399CB-E8EE-EA41-6AC3-91CE5A7DE4D4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A623536F-5A71-3469-FBB4-E437C6F8E558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F94FF1C7-75B4-9E2E-51B6-62A9275226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55A541-10FA-706C-253E-E9BD359D6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04011"/>
            <a:ext cx="1182047" cy="18000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53B59D9B-65B9-6B12-A9E2-0C4A438006D5}"/>
              </a:ext>
            </a:extLst>
          </p:cNvPr>
          <p:cNvSpPr/>
          <p:nvPr/>
        </p:nvSpPr>
        <p:spPr>
          <a:xfrm>
            <a:off x="361708" y="950307"/>
            <a:ext cx="11655397" cy="976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Переменная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именованная ячейка памяти, в которой хранится значение. Представьте переменную как коробку с подписью: имя переменной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надпись на коробке, тип определяет, что можно в неё положить, а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значение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содержимое. Без переменных программы не могли бы запоминать данные, обрабатывать ввод пользователя или выполнять вычисления.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6D9D6FD-887D-783C-782C-CF9641CFB389}"/>
              </a:ext>
            </a:extLst>
          </p:cNvPr>
          <p:cNvSpPr/>
          <p:nvPr/>
        </p:nvSpPr>
        <p:spPr>
          <a:xfrm>
            <a:off x="5081191" y="1927122"/>
            <a:ext cx="395294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Объявление и инициализация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C229C92-549A-7DAA-B25D-677E9E063A37}"/>
              </a:ext>
            </a:extLst>
          </p:cNvPr>
          <p:cNvSpPr/>
          <p:nvPr/>
        </p:nvSpPr>
        <p:spPr>
          <a:xfrm>
            <a:off x="240785" y="2378256"/>
            <a:ext cx="11655397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Перед использованием переменную необходимо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объявить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сообщить компилятору её имя и тип.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Инициализация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присвоение начального значения. В C# обязательно инициализировать переменную до первого использования, иначе компилятор выдаст ошибку.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FFD8A7B-6F22-CE72-E737-75739BC43A85}"/>
              </a:ext>
            </a:extLst>
          </p:cNvPr>
          <p:cNvSpPr/>
          <p:nvPr/>
        </p:nvSpPr>
        <p:spPr>
          <a:xfrm>
            <a:off x="3380210" y="3078924"/>
            <a:ext cx="7071479" cy="237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age = 25;           // явное указание типа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name = "Анна";   // строковая переменная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double price = 99.9;    // число с плавающей точкой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Автоматический вывод типа через var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var city = "Москва";    // тип string выведен автоматически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var count = 100;        // тип int выведен автоматически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87195F2-CFEF-2C1D-57B5-D0850CC14B0B}"/>
              </a:ext>
            </a:extLst>
          </p:cNvPr>
          <p:cNvSpPr/>
          <p:nvPr/>
        </p:nvSpPr>
        <p:spPr>
          <a:xfrm>
            <a:off x="629159" y="5767280"/>
            <a:ext cx="9399744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Ключевое слово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var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позволяет компилятору самостоятельно определить тип переменной на основе присваиваемого значения. Это сокращает код, но не отменяет строгой типизации: тип фиксируется в момент объявления и не может измениться впоследствии.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572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9">
            <a:extLst>
              <a:ext uri="{FF2B5EF4-FFF2-40B4-BE49-F238E27FC236}">
                <a16:creationId xmlns:a16="http://schemas.microsoft.com/office/drawing/2014/main" id="{6166EA2A-54A4-E9F8-E8AE-AD633BAD9FE8}"/>
              </a:ext>
            </a:extLst>
          </p:cNvPr>
          <p:cNvSpPr/>
          <p:nvPr/>
        </p:nvSpPr>
        <p:spPr>
          <a:xfrm>
            <a:off x="6171186" y="2481314"/>
            <a:ext cx="3646324" cy="1827136"/>
          </a:xfrm>
          <a:prstGeom prst="roundRect">
            <a:avLst>
              <a:gd name="adj" fmla="val 1475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B6561BE-C4CE-E1EC-9645-6C2C4A30500A}"/>
              </a:ext>
            </a:extLst>
          </p:cNvPr>
          <p:cNvSpPr/>
          <p:nvPr/>
        </p:nvSpPr>
        <p:spPr>
          <a:xfrm>
            <a:off x="984670" y="2481314"/>
            <a:ext cx="3646324" cy="1827136"/>
          </a:xfrm>
          <a:prstGeom prst="roundRect">
            <a:avLst>
              <a:gd name="adj" fmla="val 1475"/>
            </a:avLst>
          </a:prstGeom>
          <a:solidFill>
            <a:srgbClr val="F0EAEA"/>
          </a:solidFill>
          <a:ln/>
        </p:spPr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CD5B24F5-1011-1D71-98CD-5882A9D497C5}"/>
              </a:ext>
            </a:extLst>
          </p:cNvPr>
          <p:cNvSpPr/>
          <p:nvPr/>
        </p:nvSpPr>
        <p:spPr>
          <a:xfrm>
            <a:off x="1710688" y="281844"/>
            <a:ext cx="4955582" cy="521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Где живут данные в памяти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40FDA525-5818-376D-EE50-02D885C380CD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171528F5-E097-F914-D23F-1ECAA8AC8B65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D214C874-8225-2588-F459-A35AEF0ADF88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7F2AD12D-A93F-BA5E-70BE-506AC3B50E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20B31C3-4507-6FD6-C9B0-CC3B8C749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04011"/>
            <a:ext cx="1182047" cy="180000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5FAAE75B-E05D-DBD0-FC7D-92C46EA3AFB6}"/>
              </a:ext>
            </a:extLst>
          </p:cNvPr>
          <p:cNvSpPr/>
          <p:nvPr/>
        </p:nvSpPr>
        <p:spPr>
          <a:xfrm>
            <a:off x="475712" y="866025"/>
            <a:ext cx="10904099" cy="1354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Тип переменной определяет не только допустимые значения, но и способ хранения в памяти компьютера. 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 err="1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Значимые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 типы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(int, double, bool и др.) хранятся непосредственно в стеке (stack)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быстрой области памяти с чёткой структурой. 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 err="1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Ссылочные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 типы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(string, объекты классов) хранят в стеке только адрес (ссылку), а сами данные располагаются в куче (heap)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более гибкой, но менее быстрой области памяти.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053D9123-72F5-FD0C-ED05-D0FA847A77C1}"/>
              </a:ext>
            </a:extLst>
          </p:cNvPr>
          <p:cNvSpPr/>
          <p:nvPr/>
        </p:nvSpPr>
        <p:spPr>
          <a:xfrm>
            <a:off x="1211675" y="2584204"/>
            <a:ext cx="3173511" cy="492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Стек (Stack)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F25E76FD-B93F-90EE-9207-D04931F3E3D7}"/>
              </a:ext>
            </a:extLst>
          </p:cNvPr>
          <p:cNvSpPr/>
          <p:nvPr/>
        </p:nvSpPr>
        <p:spPr>
          <a:xfrm>
            <a:off x="1211675" y="2937986"/>
            <a:ext cx="3173511" cy="124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Быстрая память. Хранит значимые типы и адреса ссылочных. Автоматически очищается при выходе из метода.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42FF8215-A2D5-A8A4-5C68-B6C0487AD4EF}"/>
              </a:ext>
            </a:extLst>
          </p:cNvPr>
          <p:cNvSpPr/>
          <p:nvPr/>
        </p:nvSpPr>
        <p:spPr>
          <a:xfrm>
            <a:off x="6532681" y="2589963"/>
            <a:ext cx="2739139" cy="486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Куча (Heap)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AC47BC9D-7E81-1B01-352E-AF86023859F9}"/>
              </a:ext>
            </a:extLst>
          </p:cNvPr>
          <p:cNvSpPr/>
          <p:nvPr/>
        </p:nvSpPr>
        <p:spPr>
          <a:xfrm>
            <a:off x="6532681" y="2937985"/>
            <a:ext cx="2739139" cy="124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Гибкая память. Хранит объекты и строки. Управляется сборщиком мусора (Garbage Collector).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49DB40E4-7643-48DC-A61D-8B89A4608643}"/>
              </a:ext>
            </a:extLst>
          </p:cNvPr>
          <p:cNvSpPr/>
          <p:nvPr/>
        </p:nvSpPr>
        <p:spPr>
          <a:xfrm>
            <a:off x="1176408" y="5137854"/>
            <a:ext cx="9502708" cy="1046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Важно: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Использование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var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не делает код «слабо типизированным». Компилятор всё равно знает точный тип переменной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он просто выводит его автоматически. Попробуйте после объявления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var x = 5;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присвоить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= "текст";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компилятор выдаст ошибку, потому что тип уже зафиксирован как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27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DD4B95-5C09-4919-E47C-FE9DD235BC6E}"/>
              </a:ext>
            </a:extLst>
          </p:cNvPr>
          <p:cNvSpPr/>
          <p:nvPr/>
        </p:nvSpPr>
        <p:spPr>
          <a:xfrm>
            <a:off x="1430183" y="295581"/>
            <a:ext cx="8151763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Константы: фиксированные величины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7D03EE9A-BE34-84B7-532E-D07D7DC8E0DF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5D51405A-1BE0-9D93-E290-4FB84059CA5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10F934FE-9F22-DFFD-6C36-E619E6794859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04C1CFA2-C380-7DED-884D-46789AC661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622851-3B91-F63C-4294-3E348BEA6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04011"/>
            <a:ext cx="1182047" cy="18000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6484B520-A784-B229-8E44-A7E4C80B5816}"/>
              </a:ext>
            </a:extLst>
          </p:cNvPr>
          <p:cNvSpPr/>
          <p:nvPr/>
        </p:nvSpPr>
        <p:spPr>
          <a:xfrm>
            <a:off x="361708" y="923719"/>
            <a:ext cx="11446834" cy="1091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Константа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переменная, значение которой задаётся один раз при объявлении и не может быть изменено в ходе выполнения программы. Константы незаменимы, когда нужно зафиксировать значение, которое по смыслу не должно меняться: число π, количество дней в неделе, курс валюты на определённую дату или максимальное количество попыток ввода пароля.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269304D-5298-59FE-732A-8651F0365A86}"/>
              </a:ext>
            </a:extLst>
          </p:cNvPr>
          <p:cNvSpPr/>
          <p:nvPr/>
        </p:nvSpPr>
        <p:spPr>
          <a:xfrm>
            <a:off x="4198265" y="1884081"/>
            <a:ext cx="5383681" cy="34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Синтаксис и использование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36FE68C-D085-B611-0850-CE2579986A01}"/>
              </a:ext>
            </a:extLst>
          </p:cNvPr>
          <p:cNvSpPr/>
          <p:nvPr/>
        </p:nvSpPr>
        <p:spPr>
          <a:xfrm>
            <a:off x="3083489" y="2192017"/>
            <a:ext cx="6955245" cy="215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double PI = 3.14159;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int MAX_USERS = 100;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string COMPANY_NAME = "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TechCorp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Попытка изменить константу вызовет ошибку: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PI = 3.14; ← ошибка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компиляции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Console.WriteLine(PI * 2); // Использование константы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880BDAC-DCCD-CD6B-D5AB-26DDD798DF97}"/>
              </a:ext>
            </a:extLst>
          </p:cNvPr>
          <p:cNvSpPr/>
          <p:nvPr/>
        </p:nvSpPr>
        <p:spPr>
          <a:xfrm>
            <a:off x="477942" y="4385564"/>
            <a:ext cx="11251942" cy="14405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Ключевое слово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требует обязательной инициализации в момент объявления. Компилятор контролирует неизменность константы: любая попытка присвоить новое значение приведёт к ошибке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компиляции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ещё до запуска программы. Это защищает от случайных изменений критически важных величин.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A1986AB-328C-3ECD-5DD5-6AB68422AAAD}"/>
              </a:ext>
            </a:extLst>
          </p:cNvPr>
          <p:cNvSpPr/>
          <p:nvPr/>
        </p:nvSpPr>
        <p:spPr>
          <a:xfrm>
            <a:off x="1037080" y="5486400"/>
            <a:ext cx="9247462" cy="95372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632F491-FB57-523C-2FF2-BD3C90F16EB0}"/>
              </a:ext>
            </a:extLst>
          </p:cNvPr>
          <p:cNvSpPr/>
          <p:nvPr/>
        </p:nvSpPr>
        <p:spPr>
          <a:xfrm>
            <a:off x="1194112" y="5555126"/>
            <a:ext cx="9419303" cy="758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Совет: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Используйте константы для всех «магических чисел» и строк в коде. Вместо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 (attempts &gt; 3)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напишите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int MAX_ATTEMPTS = 3;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 используйте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MAX_ATTEMPTS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 Код станет понятнее, а изменение значения потребует правки только в одном месте.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72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375497EA-B9A0-C3D1-09F1-E41B16A27179}"/>
              </a:ext>
            </a:extLst>
          </p:cNvPr>
          <p:cNvSpPr/>
          <p:nvPr/>
        </p:nvSpPr>
        <p:spPr>
          <a:xfrm>
            <a:off x="1686261" y="230282"/>
            <a:ext cx="4832526" cy="53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Константы vs Переменные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11500C2-4D0E-0C86-DBE7-E3B94A13944D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40BFE713-EB0F-98C9-3921-4262A32098D2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3F8093AE-2174-D46A-C473-042755AA1457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6E894C67-873B-0728-CC9C-035E2CBE1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887A3F-658B-408F-8AEC-FF29175C1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04011"/>
            <a:ext cx="1182047" cy="180000"/>
          </a:xfrm>
          <a:prstGeom prst="rect">
            <a:avLst/>
          </a:prstGeom>
        </p:spPr>
      </p:pic>
      <p:sp>
        <p:nvSpPr>
          <p:cNvPr id="8" name="Text 9">
            <a:extLst>
              <a:ext uri="{FF2B5EF4-FFF2-40B4-BE49-F238E27FC236}">
                <a16:creationId xmlns:a16="http://schemas.microsoft.com/office/drawing/2014/main" id="{116EA80C-CAAB-338E-2280-AF091CF0EE57}"/>
              </a:ext>
            </a:extLst>
          </p:cNvPr>
          <p:cNvSpPr/>
          <p:nvPr/>
        </p:nvSpPr>
        <p:spPr>
          <a:xfrm>
            <a:off x="566560" y="1024999"/>
            <a:ext cx="10396408" cy="22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Переменная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B8C5BB0E-8DAB-F456-FDF0-250B49CE084A}"/>
              </a:ext>
            </a:extLst>
          </p:cNvPr>
          <p:cNvSpPr/>
          <p:nvPr/>
        </p:nvSpPr>
        <p:spPr>
          <a:xfrm>
            <a:off x="566560" y="1365569"/>
            <a:ext cx="10396408" cy="620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Значение может меняться в процессе работы программы. Используется для данных, которые изменяются: счётчики, введённый пользователем текст, текущий результат вычислений. Объявляется без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9A672B41-12D1-3561-B3D1-FBB21D0FB5B4}"/>
              </a:ext>
            </a:extLst>
          </p:cNvPr>
          <p:cNvSpPr/>
          <p:nvPr/>
        </p:nvSpPr>
        <p:spPr>
          <a:xfrm>
            <a:off x="566560" y="2099762"/>
            <a:ext cx="10691375" cy="170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Константа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E22978F8-A0C1-E701-DAFD-A823104C7900}"/>
              </a:ext>
            </a:extLst>
          </p:cNvPr>
          <p:cNvSpPr/>
          <p:nvPr/>
        </p:nvSpPr>
        <p:spPr>
          <a:xfrm>
            <a:off x="566560" y="2383602"/>
            <a:ext cx="10691375" cy="620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Значение фиксируется навсегда. Используется для неизменных величин: математические константы, конфигурационные параметры, фиксированные строки сообщений. Объявляется с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 обязательно инициализируется сразу.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D4DCD371-AA82-4ED2-8B54-59D57E423529}"/>
              </a:ext>
            </a:extLst>
          </p:cNvPr>
          <p:cNvSpPr/>
          <p:nvPr/>
        </p:nvSpPr>
        <p:spPr>
          <a:xfrm>
            <a:off x="566560" y="3117794"/>
            <a:ext cx="10691375" cy="226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Безопасность данных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4077FF83-00AD-8BDF-17EE-A71E43B7DF1A}"/>
              </a:ext>
            </a:extLst>
          </p:cNvPr>
          <p:cNvSpPr/>
          <p:nvPr/>
        </p:nvSpPr>
        <p:spPr>
          <a:xfrm>
            <a:off x="559789" y="3458363"/>
            <a:ext cx="10691375" cy="620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Константы защищают от случайных изменений. Если значение не должно меняться по логике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программы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объявите его константой. Компилятор станет вашим союзником в поддержании целостности данных.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63AEF-DC32-7D3A-C393-1D2862B1A191}"/>
              </a:ext>
            </a:extLst>
          </p:cNvPr>
          <p:cNvSpPr txBox="1"/>
          <p:nvPr/>
        </p:nvSpPr>
        <p:spPr>
          <a:xfrm>
            <a:off x="1956618" y="4093452"/>
            <a:ext cx="6813755" cy="26334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Представьте, что в программе встречается условие: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attempts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&gt; 3)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Число </a:t>
            </a:r>
            <a:r>
              <a:rPr lang="ru-RU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никак не объясняет своё назначение.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записать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int MAX_ATTEMPTS = 3;</a:t>
            </a:r>
            <a:endParaRPr lang="ru-RU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 (attempts &gt; MAX_ATTEMPTS)</a:t>
            </a:r>
            <a:endParaRPr lang="ru-RU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код становится намного понятнее.</a:t>
            </a:r>
          </a:p>
        </p:txBody>
      </p:sp>
    </p:spTree>
    <p:extLst>
      <p:ext uri="{BB962C8B-B14F-4D97-AF65-F5344CB8AC3E}">
        <p14:creationId xmlns:p14="http://schemas.microsoft.com/office/powerpoint/2010/main" val="1525773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0">
            <a:extLst>
              <a:ext uri="{FF2B5EF4-FFF2-40B4-BE49-F238E27FC236}">
                <a16:creationId xmlns:a16="http://schemas.microsoft.com/office/drawing/2014/main" id="{FA2F69D1-3CF3-C5B8-6704-9E6EC6B32E71}"/>
              </a:ext>
            </a:extLst>
          </p:cNvPr>
          <p:cNvSpPr/>
          <p:nvPr/>
        </p:nvSpPr>
        <p:spPr>
          <a:xfrm>
            <a:off x="361708" y="5711881"/>
            <a:ext cx="8330008" cy="990366"/>
          </a:xfrm>
          <a:prstGeom prst="roundRect">
            <a:avLst>
              <a:gd name="adj" fmla="val 2858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6E306F1-4C48-D72B-9E94-03E7773B11F6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BDE507DD-EB57-E684-940E-13C9DB3B693A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DA94E3C6-0FFE-6653-C6D5-026CB183C40E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F59C5392-665B-F21B-09A5-5902D4E19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8C715A-37B7-A233-17A1-567E3CA7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04011"/>
            <a:ext cx="1182047" cy="18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CC110FE8-C258-CD75-6646-4D0A3FC75070}"/>
              </a:ext>
            </a:extLst>
          </p:cNvPr>
          <p:cNvSpPr/>
          <p:nvPr/>
        </p:nvSpPr>
        <p:spPr>
          <a:xfrm>
            <a:off x="1263036" y="282048"/>
            <a:ext cx="8151763" cy="521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Базовые типы данных: что внутри?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F6C4DE6-D20D-5882-F995-555433D9ACB5}"/>
              </a:ext>
            </a:extLst>
          </p:cNvPr>
          <p:cNvSpPr/>
          <p:nvPr/>
        </p:nvSpPr>
        <p:spPr>
          <a:xfrm>
            <a:off x="476454" y="1003196"/>
            <a:ext cx="11459907" cy="82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C#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строго типизированный язык: каждая переменная имеет определённый тип, который задаёт диапазон допустимых значений и набор операций. Понимание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типов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основа грамотного программирования. Все типы в C# делятся на две большие категории: значимые и ссылочные.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41D9770-81F7-98D7-B987-BB4E57143969}"/>
              </a:ext>
            </a:extLst>
          </p:cNvPr>
          <p:cNvSpPr/>
          <p:nvPr/>
        </p:nvSpPr>
        <p:spPr>
          <a:xfrm>
            <a:off x="476454" y="1999534"/>
            <a:ext cx="5865352" cy="33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Целочисленные типы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41CD217-7B8C-667F-7138-6AB807ED7305}"/>
              </a:ext>
            </a:extLst>
          </p:cNvPr>
          <p:cNvSpPr/>
          <p:nvPr/>
        </p:nvSpPr>
        <p:spPr>
          <a:xfrm>
            <a:off x="476454" y="2282520"/>
            <a:ext cx="5865352" cy="1295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(32 бита, от −2 147 483 648 до 2 147 483 647)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наиболее часто используемый тип для целых чисел. </a:t>
            </a:r>
            <a:endParaRPr lang="ru-RU" sz="1600" dirty="0"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Также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существуют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short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(16 бит),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long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(64 бит) и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byte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(8 бит, от 0 до 255). Выбор типа зависит от ожидаемого диапазона значений.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7E09571-52A1-9769-7AC3-7A9B71A7A9EB}"/>
              </a:ext>
            </a:extLst>
          </p:cNvPr>
          <p:cNvSpPr/>
          <p:nvPr/>
        </p:nvSpPr>
        <p:spPr>
          <a:xfrm>
            <a:off x="476454" y="3562528"/>
            <a:ext cx="586535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Логический и символьный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BB6534E-ECDA-8ECD-A0A5-2DE228D88734}"/>
              </a:ext>
            </a:extLst>
          </p:cNvPr>
          <p:cNvSpPr/>
          <p:nvPr/>
        </p:nvSpPr>
        <p:spPr>
          <a:xfrm>
            <a:off x="476454" y="3861302"/>
            <a:ext cx="5865352" cy="1231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bool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принимает только два значения: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true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или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false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 Используется в условиях и циклах. </a:t>
            </a:r>
            <a:endParaRPr lang="ru-RU" sz="1600" dirty="0"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char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хранит один символ Unicode (16 бит). Записывается в одинарных кавычках: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char letter = 'A';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8EDE5B4-1E3F-C5AD-C81E-647A1849DE8D}"/>
              </a:ext>
            </a:extLst>
          </p:cNvPr>
          <p:cNvSpPr/>
          <p:nvPr/>
        </p:nvSpPr>
        <p:spPr>
          <a:xfrm>
            <a:off x="6868401" y="1912645"/>
            <a:ext cx="5092795" cy="2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Типы с плавающей точкой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30C3F7A-3E89-0DEF-4FDB-735FD7A7DD07}"/>
              </a:ext>
            </a:extLst>
          </p:cNvPr>
          <p:cNvSpPr/>
          <p:nvPr/>
        </p:nvSpPr>
        <p:spPr>
          <a:xfrm>
            <a:off x="6843566" y="2271225"/>
            <a:ext cx="5092795" cy="1398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float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(32 бита, суффикс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),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double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(64 бита, тип по умолчанию) и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decimal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(128 бит, суффикс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). </a:t>
            </a:r>
            <a:endParaRPr lang="ru-RU" sz="1600" dirty="0"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decimal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используется для финансовых расчётов благодаря высокой точности.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double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для научных вычислений.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2EED73CB-F346-07BC-8CBD-1E11C2D70344}"/>
              </a:ext>
            </a:extLst>
          </p:cNvPr>
          <p:cNvSpPr/>
          <p:nvPr/>
        </p:nvSpPr>
        <p:spPr>
          <a:xfrm>
            <a:off x="6843566" y="3562527"/>
            <a:ext cx="4984640" cy="25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Строки и объект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B3FE21D9-27DA-5CCB-E632-B23529E4D4D0}"/>
              </a:ext>
            </a:extLst>
          </p:cNvPr>
          <p:cNvSpPr/>
          <p:nvPr/>
        </p:nvSpPr>
        <p:spPr>
          <a:xfrm>
            <a:off x="6843566" y="3781405"/>
            <a:ext cx="4984640" cy="183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ссылочный тип для хранения текста. Несмотря на ссылочную природу, строки в C# неизменяемы (immutable). </a:t>
            </a:r>
            <a:endParaRPr lang="ru-RU" sz="1600" dirty="0"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object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базовый тип для всех типов в .NET: любой тип наследуется от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System.Object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что обеспечивает единую систему типов.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0C01D1D-EC50-BC6E-B1F5-A00155582D54}"/>
              </a:ext>
            </a:extLst>
          </p:cNvPr>
          <p:cNvSpPr/>
          <p:nvPr/>
        </p:nvSpPr>
        <p:spPr>
          <a:xfrm>
            <a:off x="476454" y="5773953"/>
            <a:ext cx="8215262" cy="1010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Унифицированная система типов .NET: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В C# всё является объектом. Даже значение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экземпляр структуры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System.Int32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унаследованной от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System.Object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 Это означает, что на любом значении можно вызвать методы: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x = 5; string s = x.ToString();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46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">
            <a:extLst>
              <a:ext uri="{FF2B5EF4-FFF2-40B4-BE49-F238E27FC236}">
                <a16:creationId xmlns:a16="http://schemas.microsoft.com/office/drawing/2014/main" id="{CBC753AD-F2A6-A6B8-92C5-D1ED6F2AAF93}"/>
              </a:ext>
            </a:extLst>
          </p:cNvPr>
          <p:cNvSpPr/>
          <p:nvPr/>
        </p:nvSpPr>
        <p:spPr>
          <a:xfrm>
            <a:off x="8693140" y="1889054"/>
            <a:ext cx="3383720" cy="2824787"/>
          </a:xfrm>
          <a:custGeom>
            <a:avLst/>
            <a:gdLst/>
            <a:ahLst/>
            <a:cxnLst/>
            <a:rect l="l" t="t" r="r" b="b"/>
            <a:pathLst>
              <a:path w="2717229" h="1611734">
                <a:moveTo>
                  <a:pt x="13568" y="0"/>
                </a:moveTo>
                <a:lnTo>
                  <a:pt x="2717229" y="0"/>
                </a:lnTo>
                <a:lnTo>
                  <a:pt x="2717229" y="1611734"/>
                </a:lnTo>
                <a:lnTo>
                  <a:pt x="13568" y="1611734"/>
                </a:lnTo>
                <a:arcTo wR="13568" hR="13568" stAng="5400000" swAng="5400000"/>
                <a:lnTo>
                  <a:pt x="0" y="13568"/>
                </a:lnTo>
                <a:arcTo wR="13568" hR="13568" stAng="10800000" swAng="5400000"/>
                <a:close/>
              </a:path>
            </a:pathLst>
          </a:custGeom>
          <a:solidFill>
            <a:srgbClr val="F0EAEA"/>
          </a:solidFill>
          <a:ln/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D57586DD-A945-279A-3039-23D5D71A2C8F}"/>
              </a:ext>
            </a:extLst>
          </p:cNvPr>
          <p:cNvSpPr/>
          <p:nvPr/>
        </p:nvSpPr>
        <p:spPr>
          <a:xfrm>
            <a:off x="5065036" y="1897640"/>
            <a:ext cx="3628104" cy="2816202"/>
          </a:xfrm>
          <a:custGeom>
            <a:avLst/>
            <a:gdLst/>
            <a:ahLst/>
            <a:cxnLst/>
            <a:rect l="l" t="t" r="r" b="b"/>
            <a:pathLst>
              <a:path w="2717229" h="1611734">
                <a:moveTo>
                  <a:pt x="13568" y="0"/>
                </a:moveTo>
                <a:lnTo>
                  <a:pt x="2717229" y="0"/>
                </a:lnTo>
                <a:lnTo>
                  <a:pt x="2717229" y="1611734"/>
                </a:lnTo>
                <a:lnTo>
                  <a:pt x="13568" y="1611734"/>
                </a:lnTo>
                <a:arcTo wR="13568" hR="13568" stAng="5400000" swAng="5400000"/>
                <a:lnTo>
                  <a:pt x="0" y="13568"/>
                </a:lnTo>
                <a:arcTo wR="13568" hR="13568" stAng="10800000" swAng="5400000"/>
                <a:close/>
              </a:path>
            </a:pathLst>
          </a:custGeom>
          <a:solidFill>
            <a:srgbClr val="F0EAEA"/>
          </a:solidFill>
          <a:ln/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03081E99-4AD4-E214-DDBF-9D671F23A429}"/>
              </a:ext>
            </a:extLst>
          </p:cNvPr>
          <p:cNvSpPr/>
          <p:nvPr/>
        </p:nvSpPr>
        <p:spPr>
          <a:xfrm>
            <a:off x="171654" y="1897640"/>
            <a:ext cx="4893382" cy="2816201"/>
          </a:xfrm>
          <a:custGeom>
            <a:avLst/>
            <a:gdLst/>
            <a:ahLst/>
            <a:cxnLst/>
            <a:rect l="l" t="t" r="r" b="b"/>
            <a:pathLst>
              <a:path w="2717229" h="1611734">
                <a:moveTo>
                  <a:pt x="13568" y="0"/>
                </a:moveTo>
                <a:lnTo>
                  <a:pt x="2717229" y="0"/>
                </a:lnTo>
                <a:lnTo>
                  <a:pt x="2717229" y="1611734"/>
                </a:lnTo>
                <a:lnTo>
                  <a:pt x="13568" y="1611734"/>
                </a:lnTo>
                <a:arcTo wR="13568" hR="13568" stAng="5400000" swAng="5400000"/>
                <a:lnTo>
                  <a:pt x="0" y="13568"/>
                </a:lnTo>
                <a:arcTo wR="13568" hR="13568" stAng="10800000" swAng="5400000"/>
                <a:close/>
              </a:path>
            </a:pathLst>
          </a:custGeom>
          <a:solidFill>
            <a:srgbClr val="F0EAEA"/>
          </a:solidFill>
          <a:ln/>
        </p:spPr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6E306F1-4C48-D72B-9E94-03E7773B11F6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BDE507DD-EB57-E684-940E-13C9DB3B693A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DA94E3C6-0FFE-6653-C6D5-026CB183C40E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F59C5392-665B-F21B-09A5-5902D4E19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8C715A-37B7-A233-17A1-567E3CA7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04011"/>
            <a:ext cx="1182047" cy="18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071E3122-5A13-A160-93C2-966A2ACD6EC4}"/>
              </a:ext>
            </a:extLst>
          </p:cNvPr>
          <p:cNvSpPr/>
          <p:nvPr/>
        </p:nvSpPr>
        <p:spPr>
          <a:xfrm>
            <a:off x="1282700" y="298759"/>
            <a:ext cx="8151763" cy="502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D1D1B"/>
                </a:solidFill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Искусство именования: стиль кода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F99787A-7856-58B2-1B4B-6934EDA420D7}"/>
              </a:ext>
            </a:extLst>
          </p:cNvPr>
          <p:cNvSpPr/>
          <p:nvPr/>
        </p:nvSpPr>
        <p:spPr>
          <a:xfrm>
            <a:off x="466623" y="923662"/>
            <a:ext cx="11420577" cy="905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Имена переменных, методов и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классов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первое, что видит другой разработчик (или вы сами через полгода). Хорошее имя делает код самодокументируемым: читатель понимает, что делает переменная, не заглядывая в комментарии. В C# приняты строгие соглашения об именовании, которые соблюдаются во всей экосистеме .NET.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F879E88-58D7-5AF4-3AEC-C6D9A62F2009}"/>
              </a:ext>
            </a:extLst>
          </p:cNvPr>
          <p:cNvSpPr/>
          <p:nvPr/>
        </p:nvSpPr>
        <p:spPr>
          <a:xfrm>
            <a:off x="361708" y="1924357"/>
            <a:ext cx="4760898" cy="2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PascalCase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3E940C0-1F87-086A-7FFD-90D9F26CC63E}"/>
              </a:ext>
            </a:extLst>
          </p:cNvPr>
          <p:cNvSpPr/>
          <p:nvPr/>
        </p:nvSpPr>
        <p:spPr>
          <a:xfrm>
            <a:off x="361708" y="2260699"/>
            <a:ext cx="4760898" cy="1967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Каждое слово с заглавной буквы. Применяется для: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классов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Customer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OrderProcessor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),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методов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CalculateTotal()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GetUserName()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),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пространств имён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MyCompany.Project.Data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),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свойств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FirstName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IsActive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 и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констант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MaxCount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). </a:t>
            </a:r>
            <a:endParaRPr lang="ru-RU" sz="1600" dirty="0"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Пример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: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public class BankAccount { public decimal Balance { get; }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EF8CB10-B839-15E4-18F0-C59C838148A4}"/>
              </a:ext>
            </a:extLst>
          </p:cNvPr>
          <p:cNvSpPr/>
          <p:nvPr/>
        </p:nvSpPr>
        <p:spPr>
          <a:xfrm>
            <a:off x="5122606" y="1922055"/>
            <a:ext cx="3628104" cy="400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camelCase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9EB157F-FD1F-1365-0AF7-39C816959676}"/>
              </a:ext>
            </a:extLst>
          </p:cNvPr>
          <p:cNvSpPr/>
          <p:nvPr/>
        </p:nvSpPr>
        <p:spPr>
          <a:xfrm>
            <a:off x="5122606" y="2207296"/>
            <a:ext cx="3628104" cy="235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Первое слово со строчной буквы,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остальные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с заглавной. Применяется для: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локальных переменных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orderCount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userName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),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параметров методов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customerId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), 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полей классов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(с префиксом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_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: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_connectionString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). Пример: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var totalPrice = quantity * unitPrice;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5B4B788-786D-FD73-5B30-30330BF75229}"/>
              </a:ext>
            </a:extLst>
          </p:cNvPr>
          <p:cNvSpPr/>
          <p:nvPr/>
        </p:nvSpPr>
        <p:spPr>
          <a:xfrm>
            <a:off x="8808280" y="1902603"/>
            <a:ext cx="3383720" cy="304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Враги читаемости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1DEE003-11B1-518E-90E9-BADEBD937725}"/>
              </a:ext>
            </a:extLst>
          </p:cNvPr>
          <p:cNvSpPr/>
          <p:nvPr/>
        </p:nvSpPr>
        <p:spPr>
          <a:xfrm>
            <a:off x="8808280" y="2207296"/>
            <a:ext cx="3383720" cy="2300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Имена вроде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temp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var1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data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не несут смысла. Через неделю вы сами не вспомните, что хранит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temp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 Используйте описательные имена: вместо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d = 7;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пишите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deliveryDays = 7;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 </a:t>
            </a:r>
            <a:endParaRPr lang="ru-RU" sz="1600" dirty="0"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Код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читается как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текст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цель хорошего стиля.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714BC63D-04D5-8355-0152-07D0FCD03A8C}"/>
              </a:ext>
            </a:extLst>
          </p:cNvPr>
          <p:cNvCxnSpPr/>
          <p:nvPr/>
        </p:nvCxnSpPr>
        <p:spPr>
          <a:xfrm>
            <a:off x="171654" y="2207296"/>
            <a:ext cx="119052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9C1F203-86EF-A4D3-5DBA-92FCEC84BDB9}"/>
              </a:ext>
            </a:extLst>
          </p:cNvPr>
          <p:cNvCxnSpPr/>
          <p:nvPr/>
        </p:nvCxnSpPr>
        <p:spPr>
          <a:xfrm>
            <a:off x="5065036" y="1897640"/>
            <a:ext cx="0" cy="2816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685A6245-8DE6-4005-B753-40A2FEDF9376}"/>
              </a:ext>
            </a:extLst>
          </p:cNvPr>
          <p:cNvCxnSpPr/>
          <p:nvPr/>
        </p:nvCxnSpPr>
        <p:spPr>
          <a:xfrm>
            <a:off x="8679815" y="1922055"/>
            <a:ext cx="0" cy="2816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15">
            <a:extLst>
              <a:ext uri="{FF2B5EF4-FFF2-40B4-BE49-F238E27FC236}">
                <a16:creationId xmlns:a16="http://schemas.microsoft.com/office/drawing/2014/main" id="{F77CE580-5456-22BA-C427-84E1122F13D6}"/>
              </a:ext>
            </a:extLst>
          </p:cNvPr>
          <p:cNvSpPr/>
          <p:nvPr/>
        </p:nvSpPr>
        <p:spPr>
          <a:xfrm>
            <a:off x="361708" y="4767243"/>
            <a:ext cx="7891314" cy="1836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2836B11C-6AAC-D359-B4DF-FAA2C45DB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623" y="4696715"/>
            <a:ext cx="712838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 Плохо: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30;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var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"Иванов"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 Хорошо: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employeeAge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30;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string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employeeLastName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"Иванов"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147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2">
            <a:extLst>
              <a:ext uri="{FF2B5EF4-FFF2-40B4-BE49-F238E27FC236}">
                <a16:creationId xmlns:a16="http://schemas.microsoft.com/office/drawing/2014/main" id="{2EE88F65-8458-2410-7A13-92925E732204}"/>
              </a:ext>
            </a:extLst>
          </p:cNvPr>
          <p:cNvSpPr/>
          <p:nvPr/>
        </p:nvSpPr>
        <p:spPr>
          <a:xfrm>
            <a:off x="29717" y="2254153"/>
            <a:ext cx="422878" cy="356351"/>
          </a:xfrm>
          <a:prstGeom prst="roundRect">
            <a:avLst>
              <a:gd name="adj" fmla="val 6669"/>
            </a:avLst>
          </a:prstGeom>
          <a:solidFill>
            <a:srgbClr val="F0EAEA"/>
          </a:solidFill>
          <a:ln/>
        </p:spPr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25D035E2-69EE-9F54-1C5F-2F34C79A1BA0}"/>
              </a:ext>
            </a:extLst>
          </p:cNvPr>
          <p:cNvSpPr/>
          <p:nvPr/>
        </p:nvSpPr>
        <p:spPr>
          <a:xfrm>
            <a:off x="29717" y="3793813"/>
            <a:ext cx="422878" cy="356351"/>
          </a:xfrm>
          <a:prstGeom prst="roundRect">
            <a:avLst>
              <a:gd name="adj" fmla="val 6669"/>
            </a:avLst>
          </a:prstGeom>
          <a:solidFill>
            <a:srgbClr val="F0EAEA"/>
          </a:solidFill>
          <a:ln/>
        </p:spPr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6E306F1-4C48-D72B-9E94-03E7773B11F6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BDE507DD-EB57-E684-940E-13C9DB3B693A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DA94E3C6-0FFE-6653-C6D5-026CB183C40E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F59C5392-665B-F21B-09A5-5902D4E19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8C715A-37B7-A233-17A1-567E3CA7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04011"/>
            <a:ext cx="1182047" cy="180000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4B5E4CBA-DAA2-8CF7-8F87-C8293096FA11}"/>
              </a:ext>
            </a:extLst>
          </p:cNvPr>
          <p:cNvSpPr/>
          <p:nvPr/>
        </p:nvSpPr>
        <p:spPr>
          <a:xfrm>
            <a:off x="1253203" y="279816"/>
            <a:ext cx="8151763" cy="54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Правила хорошего тона: стандарты кода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1F1D17C-751F-8AB7-2841-8CD122B00CD7}"/>
              </a:ext>
            </a:extLst>
          </p:cNvPr>
          <p:cNvSpPr/>
          <p:nvPr/>
        </p:nvSpPr>
        <p:spPr>
          <a:xfrm>
            <a:off x="476455" y="1016819"/>
            <a:ext cx="11253429" cy="890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Соглашения об именовании в C#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это не просто рекомендации, а стандарты, принятые Microsoft и соблюдаемые миллионами разработчиков по всему миру. Следование этим правилам делает ваш код профессиональным, понятным коллегам и совместимым с инструментами анализа кода.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09E0EFC-30F1-0C69-1451-062111CC9E52}"/>
              </a:ext>
            </a:extLst>
          </p:cNvPr>
          <p:cNvSpPr/>
          <p:nvPr/>
        </p:nvSpPr>
        <p:spPr>
          <a:xfrm>
            <a:off x="476455" y="1955984"/>
            <a:ext cx="391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Ключевые правила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F80A31B-B952-1E1C-C4F2-9E2069DCC7B4}"/>
              </a:ext>
            </a:extLst>
          </p:cNvPr>
          <p:cNvSpPr/>
          <p:nvPr/>
        </p:nvSpPr>
        <p:spPr>
          <a:xfrm>
            <a:off x="550553" y="2265344"/>
            <a:ext cx="36525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Имя отражает смысл, а не тип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8165731A-44D9-CBD2-5FF3-98D07CA9B851}"/>
              </a:ext>
            </a:extLst>
          </p:cNvPr>
          <p:cNvSpPr/>
          <p:nvPr/>
        </p:nvSpPr>
        <p:spPr>
          <a:xfrm>
            <a:off x="476455" y="2610504"/>
            <a:ext cx="4577326" cy="1107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Не называйте переменную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strName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или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intCount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префикс типа избыточен. Компилятор и так знает тип. Называйте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customerName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orderCount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имя должно описывать </a:t>
            </a:r>
            <a:r>
              <a:rPr lang="en-US" sz="1600" i="1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что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хранится, а не </a:t>
            </a:r>
            <a:r>
              <a:rPr lang="en-US" sz="1600" i="1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как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1BE87E4-D678-318A-A74C-9AD2449658A8}"/>
              </a:ext>
            </a:extLst>
          </p:cNvPr>
          <p:cNvSpPr/>
          <p:nvPr/>
        </p:nvSpPr>
        <p:spPr>
          <a:xfrm>
            <a:off x="599054" y="3859303"/>
            <a:ext cx="36525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Избегайте подчёркиваний в именах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F59FC9D-9F1C-9467-2110-98F9F546F6DB}"/>
              </a:ext>
            </a:extLst>
          </p:cNvPr>
          <p:cNvSpPr/>
          <p:nvPr/>
        </p:nvSpPr>
        <p:spPr>
          <a:xfrm>
            <a:off x="476454" y="4163820"/>
            <a:ext cx="4577326" cy="1245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Стиль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customer_name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(snake_case) не используется в C#. Единственное допустимое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исключение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префикс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_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для приватных полей класса: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private string _connectionString;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 В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остальном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только PascalCase и camelCase.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6174FA82-2304-9D2A-8378-4226F1ECDC43}"/>
              </a:ext>
            </a:extLst>
          </p:cNvPr>
          <p:cNvSpPr/>
          <p:nvPr/>
        </p:nvSpPr>
        <p:spPr>
          <a:xfrm>
            <a:off x="599054" y="5587432"/>
            <a:ext cx="36525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Глаголы для методов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28EC20CD-8C80-0B0B-2241-B9C59DDDABC9}"/>
              </a:ext>
            </a:extLst>
          </p:cNvPr>
          <p:cNvSpPr/>
          <p:nvPr/>
        </p:nvSpPr>
        <p:spPr>
          <a:xfrm>
            <a:off x="476455" y="5878910"/>
            <a:ext cx="5442564" cy="97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Имена методов должны описывать действие: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GetUser()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SaveOrder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IsValid()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 Методы, возвращающие булево значение, начинайте с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Is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Has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Can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IsActive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HasPermission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5026CC89-A43D-34A3-21ED-064CE0D9097C}"/>
              </a:ext>
            </a:extLst>
          </p:cNvPr>
          <p:cNvSpPr/>
          <p:nvPr/>
        </p:nvSpPr>
        <p:spPr>
          <a:xfrm>
            <a:off x="127675" y="2334996"/>
            <a:ext cx="1337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016F949A-E3B7-FC85-42DA-56A3D419022A}"/>
              </a:ext>
            </a:extLst>
          </p:cNvPr>
          <p:cNvSpPr/>
          <p:nvPr/>
        </p:nvSpPr>
        <p:spPr>
          <a:xfrm>
            <a:off x="176176" y="3888421"/>
            <a:ext cx="1337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489651CA-CFA6-F4F9-BF73-24E72D109079}"/>
              </a:ext>
            </a:extLst>
          </p:cNvPr>
          <p:cNvSpPr/>
          <p:nvPr/>
        </p:nvSpPr>
        <p:spPr>
          <a:xfrm>
            <a:off x="31826" y="5548932"/>
            <a:ext cx="422878" cy="356351"/>
          </a:xfrm>
          <a:prstGeom prst="roundRect">
            <a:avLst>
              <a:gd name="adj" fmla="val 6669"/>
            </a:avLst>
          </a:prstGeom>
          <a:solidFill>
            <a:srgbClr val="F0EAEA"/>
          </a:solidFill>
          <a:ln/>
        </p:spPr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3EB786E3-64CE-0D86-BE07-F654E1AD5B39}"/>
              </a:ext>
            </a:extLst>
          </p:cNvPr>
          <p:cNvSpPr/>
          <p:nvPr/>
        </p:nvSpPr>
        <p:spPr>
          <a:xfrm>
            <a:off x="194536" y="5630379"/>
            <a:ext cx="1337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84E69E54-4747-B704-173C-C0F354DDFEE0}"/>
              </a:ext>
            </a:extLst>
          </p:cNvPr>
          <p:cNvSpPr/>
          <p:nvPr/>
        </p:nvSpPr>
        <p:spPr>
          <a:xfrm>
            <a:off x="6553610" y="1893633"/>
            <a:ext cx="3967163" cy="289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Структура пространств имён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37FAEFEB-EF14-A7AF-5A41-F02BE7E1B3A6}"/>
              </a:ext>
            </a:extLst>
          </p:cNvPr>
          <p:cNvSpPr/>
          <p:nvPr/>
        </p:nvSpPr>
        <p:spPr>
          <a:xfrm>
            <a:off x="6046838" y="2182790"/>
            <a:ext cx="5629223" cy="890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Пространства имён организуются по иерархии: </a:t>
            </a:r>
            <a:endParaRPr lang="ru-RU" sz="1600" dirty="0"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 err="1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Компания</a:t>
            </a:r>
            <a:r>
              <a:rPr lang="en-US" sz="1600" b="1" dirty="0">
                <a:latin typeface="Times New Roman" panose="02020603050405020304" pitchFamily="18" charset="0"/>
                <a:ea typeface="Tomorrow Bold" pitchFamily="34" charset="-122"/>
                <a:cs typeface="Times New Roman" panose="02020603050405020304" pitchFamily="18" charset="0"/>
              </a:rPr>
              <a:t> → Проект → Подсистема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 </a:t>
            </a:r>
            <a:endParaRPr lang="ru-RU" sz="1600" dirty="0">
              <a:latin typeface="Times New Roman" panose="02020603050405020304" pitchFamily="18" charset="0"/>
              <a:ea typeface="Tomorrow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Это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предотвращает конфликты и отражает структуру решения.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2E39238C-47F7-C903-3FD8-619AD5C91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598" y="3193701"/>
            <a:ext cx="558539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namespace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MyCompany.ECommerce.Orders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  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Order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{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namespace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MyCompany.ECommerce.Payments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  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Payment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{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C1581699-8240-4DC3-762D-1EC2A38FAD17}"/>
              </a:ext>
            </a:extLst>
          </p:cNvPr>
          <p:cNvSpPr/>
          <p:nvPr/>
        </p:nvSpPr>
        <p:spPr>
          <a:xfrm>
            <a:off x="6127826" y="5058740"/>
            <a:ext cx="6064174" cy="147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Такая структура позволяет легко находить классы, понимать архитектуру проекта и избегать конфликтов при подключении сторонних библиотек. Visual Studio автоматически предлагает пространство имён при создании нового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класса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следуйте этой подсказке.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E5A446FD-6791-384B-882B-2BDD5F1060EA}"/>
              </a:ext>
            </a:extLst>
          </p:cNvPr>
          <p:cNvCxnSpPr/>
          <p:nvPr/>
        </p:nvCxnSpPr>
        <p:spPr>
          <a:xfrm>
            <a:off x="5909186" y="1921643"/>
            <a:ext cx="0" cy="4950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761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6E306F1-4C48-D72B-9E94-03E7773B11F6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BDE507DD-EB57-E684-940E-13C9DB3B693A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DA94E3C6-0FFE-6653-C6D5-026CB183C40E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F59C5392-665B-F21B-09A5-5902D4E19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8C715A-37B7-A233-17A1-567E3CA7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04011"/>
            <a:ext cx="1182047" cy="18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1E3FD75D-0CA7-70A4-5119-B3781360026D}"/>
              </a:ext>
            </a:extLst>
          </p:cNvPr>
          <p:cNvSpPr/>
          <p:nvPr/>
        </p:nvSpPr>
        <p:spPr>
          <a:xfrm>
            <a:off x="1351525" y="388360"/>
            <a:ext cx="8151763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D1D1B"/>
                </a:solidFill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Ввод и вывод данных в консоли C#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F4833005-F66F-FB81-BC29-11A543A7AFD0}"/>
              </a:ext>
            </a:extLst>
          </p:cNvPr>
          <p:cNvSpPr/>
          <p:nvPr/>
        </p:nvSpPr>
        <p:spPr>
          <a:xfrm>
            <a:off x="496119" y="1004148"/>
            <a:ext cx="10968294" cy="765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Консольное приложение взаимодействует с пользователем через стандартные потоки ввода (клавиатура) и вывода (экран). Класс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предоставляет методы для чтения данных и их отображения.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4005F2D-BAB6-A11D-7C98-2D94809B6EC5}"/>
              </a:ext>
            </a:extLst>
          </p:cNvPr>
          <p:cNvSpPr/>
          <p:nvPr/>
        </p:nvSpPr>
        <p:spPr>
          <a:xfrm>
            <a:off x="496119" y="1629140"/>
            <a:ext cx="3955331" cy="17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Ввод данных: </a:t>
            </a:r>
            <a:r>
              <a:rPr lang="en-US" sz="1600" b="1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Console.ReadLine()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9B00633-B345-B4B8-CAEB-E320573121C1}"/>
              </a:ext>
            </a:extLst>
          </p:cNvPr>
          <p:cNvSpPr/>
          <p:nvPr/>
        </p:nvSpPr>
        <p:spPr>
          <a:xfrm>
            <a:off x="201152" y="1900764"/>
            <a:ext cx="5717867" cy="838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Основной метод для получения строки текста от пользователя. Он считывает все символы до нажатия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Enter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 возвращает их в виде </a:t>
            </a:r>
            <a:r>
              <a:rPr lang="en-US" sz="1600" dirty="0" err="1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строки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DA4E086-EDC0-BEC4-0407-279B8D87F4C6}"/>
              </a:ext>
            </a:extLst>
          </p:cNvPr>
          <p:cNvSpPr/>
          <p:nvPr/>
        </p:nvSpPr>
        <p:spPr>
          <a:xfrm>
            <a:off x="496119" y="2832743"/>
            <a:ext cx="4085713" cy="69809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Console.Write("Ваше имя: 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string name = Console.ReadLine();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5384B68-6FED-8623-148D-B145CCE9AA7A}"/>
              </a:ext>
            </a:extLst>
          </p:cNvPr>
          <p:cNvSpPr/>
          <p:nvPr/>
        </p:nvSpPr>
        <p:spPr>
          <a:xfrm>
            <a:off x="201152" y="3490255"/>
            <a:ext cx="5717867" cy="1209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Если ожидается числовое значение, необходимо преобразовать строку в соответствующий числовой тип. Всегда используйте безопасные методы преобразования, такие как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TryParse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, чтобы избежать ошибок.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00B6940F-35E2-00B1-03F3-93B52954A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00" y="4727615"/>
            <a:ext cx="579197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"Введите возраст: "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(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TryParse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ReadLine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(),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age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$"Вам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age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лет."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else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"Некорректный ввод возраста."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E1BEB56A-428D-D539-D1DA-CB10F47FDF62}"/>
              </a:ext>
            </a:extLst>
          </p:cNvPr>
          <p:cNvSpPr/>
          <p:nvPr/>
        </p:nvSpPr>
        <p:spPr>
          <a:xfrm>
            <a:off x="6879725" y="1677491"/>
            <a:ext cx="3955331" cy="25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 SemiBold" pitchFamily="34" charset="-122"/>
                <a:cs typeface="Times New Roman" panose="02020603050405020304" pitchFamily="18" charset="0"/>
              </a:rPr>
              <a:t>Вывод данных: </a:t>
            </a:r>
            <a:r>
              <a:rPr lang="en-US" sz="1600" b="1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Console.Write/WriteLine()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C4E30AAA-538A-B398-2817-5FA65CFB12C6}"/>
              </a:ext>
            </a:extLst>
          </p:cNvPr>
          <p:cNvSpPr/>
          <p:nvPr/>
        </p:nvSpPr>
        <p:spPr>
          <a:xfrm>
            <a:off x="6879724" y="1998159"/>
            <a:ext cx="5137381" cy="1079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Методы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Write()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WriteLine()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используются для вывода текста в консоль. Главное отличие: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WriteLine()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добавляет перевод строки в конце, а 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Write()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нет, что позволяет выводить текст в одной строке.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4DFFEFF4-BCDD-1B27-EE98-F573319CFCB4}"/>
              </a:ext>
            </a:extLst>
          </p:cNvPr>
          <p:cNvSpPr/>
          <p:nvPr/>
        </p:nvSpPr>
        <p:spPr>
          <a:xfrm>
            <a:off x="6879724" y="3168743"/>
            <a:ext cx="4584689" cy="107933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Console.Write("Привет, 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Console.WriteLine("Мир!");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Выведет: "Привет, Мир!"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30E85E8-4362-319C-C1A9-526BCF9A39B5}"/>
              </a:ext>
            </a:extLst>
          </p:cNvPr>
          <p:cNvSpPr/>
          <p:nvPr/>
        </p:nvSpPr>
        <p:spPr>
          <a:xfrm>
            <a:off x="6916775" y="4232533"/>
            <a:ext cx="5137380" cy="947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Для форматированного вывода данных удобно использовать интерполяцию строк (</a:t>
            </a:r>
            <a:r>
              <a:rPr lang="en-US" sz="160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$""</a:t>
            </a:r>
            <a:r>
              <a:rPr lang="en-US" sz="16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), которая позволяет встраивать переменные и выражения прямо в строку.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E6ABD62E-29CA-255D-DE3B-3D3C9F1B6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828" y="5266223"/>
            <a:ext cx="568617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string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user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"Алиса"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score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100;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$"Игрок: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user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, Очки: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score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 Выведет: "Игрок: Алиса, Очки: 100"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41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2A3EDC-2CAD-EAFC-E8FC-3BB1619F9300}"/>
              </a:ext>
            </a:extLst>
          </p:cNvPr>
          <p:cNvSpPr txBox="1"/>
          <p:nvPr/>
        </p:nvSpPr>
        <p:spPr>
          <a:xfrm>
            <a:off x="2855794" y="163352"/>
            <a:ext cx="60937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ошибки в коде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9F750DD-5644-42F5-21C4-9E640F088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52" y="784205"/>
            <a:ext cx="77792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string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userName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'Анна’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age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"18"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char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groupLetter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"А"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MaxAttempts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MaxAttempts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var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city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"Москва"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city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10;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"Имя пользователя: {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userName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}"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D1E497-D42B-162E-DD44-66F77F878B11}"/>
              </a:ext>
            </a:extLst>
          </p:cNvPr>
          <p:cNvSpPr txBox="1"/>
          <p:nvPr/>
        </p:nvSpPr>
        <p:spPr>
          <a:xfrm>
            <a:off x="3048000" y="32443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Перепишите фрагмент, заменив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явными типами: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CD5CE2B-DB4F-6F11-70A4-0D1E4CB40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6160" y="3957520"/>
            <a:ext cx="44500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var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city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"Москва"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var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studentCount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25;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var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averageGrade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4.6;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var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isActive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true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var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productPrice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999.99m;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var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groupLetter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'А'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836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EE7A36-BB5F-D313-59CB-389C4C8611C6}"/>
              </a:ext>
            </a:extLst>
          </p:cNvPr>
          <p:cNvSpPr txBox="1"/>
          <p:nvPr/>
        </p:nvSpPr>
        <p:spPr>
          <a:xfrm>
            <a:off x="2568861" y="297154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консольную программу, которая: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Запрашивает имя студента.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Запрашивает возраст.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Запрашивает средний балл.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Хранит название колледжа в константе.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Выводит заполненную карточку студента.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E4E07-C466-08AC-0F8E-EDE976685983}"/>
              </a:ext>
            </a:extLst>
          </p:cNvPr>
          <p:cNvSpPr txBox="1"/>
          <p:nvPr/>
        </p:nvSpPr>
        <p:spPr>
          <a:xfrm>
            <a:off x="444640" y="256355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работы: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3BAA60-BCBE-CDD2-1891-A4A43828B118}"/>
              </a:ext>
            </a:extLst>
          </p:cNvPr>
          <p:cNvSpPr txBox="1"/>
          <p:nvPr/>
        </p:nvSpPr>
        <p:spPr>
          <a:xfrm>
            <a:off x="444640" y="3080379"/>
            <a:ext cx="60943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имя: Иван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возраст: 18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средний балл: 4,6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Карточка студента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Колледж: КМЭПТ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: Иван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Возраст: 18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Средний балл: 4,6</a:t>
            </a:r>
          </a:p>
        </p:txBody>
      </p:sp>
    </p:spTree>
    <p:extLst>
      <p:ext uri="{BB962C8B-B14F-4D97-AF65-F5344CB8AC3E}">
        <p14:creationId xmlns:p14="http://schemas.microsoft.com/office/powerpoint/2010/main" val="2931385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AF65AB-C33D-EF41-ADBB-3245F274FE9B}"/>
              </a:ext>
            </a:extLst>
          </p:cNvPr>
          <p:cNvSpPr txBox="1"/>
          <p:nvPr/>
        </p:nvSpPr>
        <p:spPr>
          <a:xfrm>
            <a:off x="320488" y="140837"/>
            <a:ext cx="1077109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Разработайте консольную программу для расчёта стоимости проживания в гостинице.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должна запросить у пользователя: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имя гостя;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название номера;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количество ночей;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стоимость одной ночи;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количество гостей.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дополнительного обслуживания фиксирована и составляет 750 рублей. Это значение необходимо объявить как константу.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должна вычислить:</a:t>
            </a:r>
          </a:p>
          <a:p>
            <a:pPr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проживания без обслуживания. </a:t>
            </a:r>
          </a:p>
          <a:p>
            <a:pPr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Общую стоимость с учётом дополнительного обслуживания. </a:t>
            </a:r>
          </a:p>
          <a:p>
            <a:pPr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проживания в расчёте на одного гостя.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работы программы: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65A4E-BAA5-74D1-274E-F9AE7993582E}"/>
              </a:ext>
            </a:extLst>
          </p:cNvPr>
          <p:cNvSpPr txBox="1"/>
          <p:nvPr/>
        </p:nvSpPr>
        <p:spPr>
          <a:xfrm>
            <a:off x="7190814" y="2980015"/>
            <a:ext cx="4844304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имя гостя: Иван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название номера: Семейный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количество ночей: 4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стоимость одной ночи: 3500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количество гостей: 2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о бронировании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Гость: Иван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Номер: Семейный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ночей: 4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гостей: 2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проживания: 14000,00 руб.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Дополнительное обслуживание: 750,00 руб.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стоимость: 14750,00 руб.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на одного гостя: 7375,00 руб.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594E3CF-7001-9E67-81C0-B6EE33C61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488" y="3947927"/>
            <a:ext cx="571214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программе: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использовать подходящие типы данных;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применять понятные имена переменных в стиле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camelCase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сумму дополнительного обслуживания хранить в константе;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числа считывать при помощи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TryParse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использовать интерполяцию строк;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денежные значения выводить с двумя знаками после запятой;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аждый показатель выводить с новой строки.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522284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Новый Шаблон презентаций_КМЭПТ.pot[Compatibility Mode]" id="{8761158C-B706-4B67-8AF6-F325C54A10D1}" vid="{087C47FC-ABA4-49F7-B1BF-F19EABEA7B3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6926</Words>
  <Application>Microsoft Office PowerPoint</Application>
  <PresentationFormat>Широкоэкранный</PresentationFormat>
  <Paragraphs>559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Cascadia Mono</vt:lpstr>
      <vt:lpstr>Google Sans</vt:lpstr>
      <vt:lpstr>KyivType Sans Heavy</vt:lpstr>
      <vt:lpstr>Symbol</vt:lpstr>
      <vt:lpstr>Times New Roman</vt:lpstr>
      <vt:lpstr>1_Тема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Наиля Мавлюдова</dc:creator>
  <cp:lastModifiedBy>Наиля Мавлюдова</cp:lastModifiedBy>
  <cp:revision>13</cp:revision>
  <dcterms:created xsi:type="dcterms:W3CDTF">2026-08-28T11:05:48Z</dcterms:created>
  <dcterms:modified xsi:type="dcterms:W3CDTF">2026-09-20T13:26:13Z</dcterms:modified>
</cp:coreProperties>
</file>