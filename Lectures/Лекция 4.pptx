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0"/>
  </p:notesMasterIdLst>
  <p:sldIdLst>
    <p:sldId id="256" r:id="rId3"/>
    <p:sldId id="333" r:id="rId4"/>
    <p:sldId id="336" r:id="rId5"/>
    <p:sldId id="349" r:id="rId6"/>
    <p:sldId id="350" r:id="rId7"/>
    <p:sldId id="265" r:id="rId8"/>
    <p:sldId id="334" r:id="rId9"/>
    <p:sldId id="335" r:id="rId10"/>
    <p:sldId id="344" r:id="rId11"/>
    <p:sldId id="263" r:id="rId12"/>
    <p:sldId id="337" r:id="rId13"/>
    <p:sldId id="338" r:id="rId14"/>
    <p:sldId id="339" r:id="rId15"/>
    <p:sldId id="345" r:id="rId16"/>
    <p:sldId id="346" r:id="rId17"/>
    <p:sldId id="347" r:id="rId18"/>
    <p:sldId id="34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0635" autoAdjust="0"/>
  </p:normalViewPr>
  <p:slideViewPr>
    <p:cSldViewPr snapToGrid="0">
      <p:cViewPr varScale="1">
        <p:scale>
          <a:sx n="69" d="100"/>
          <a:sy n="69" d="100"/>
        </p:scale>
        <p:origin x="21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Наиля Мавлюдова" userId="946b87bdd2203ae6" providerId="LiveId" clId="{73145087-42E6-4956-A42E-4DBC1300D946}"/>
    <pc:docChg chg="undo custSel addSld delSld modSld sldOrd delMainMaster">
      <pc:chgData name="Наиля Мавлюдова" userId="946b87bdd2203ae6" providerId="LiveId" clId="{73145087-42E6-4956-A42E-4DBC1300D946}" dt="2026-08-30T11:45:43.967" v="657" actId="478"/>
      <pc:docMkLst>
        <pc:docMk/>
      </pc:docMkLst>
      <pc:sldChg chg="addSp delSp modSp add mod ord delAnim">
        <pc:chgData name="Наиля Мавлюдова" userId="946b87bdd2203ae6" providerId="LiveId" clId="{73145087-42E6-4956-A42E-4DBC1300D946}" dt="2026-08-30T11:24:23.648" v="386" actId="1076"/>
        <pc:sldMkLst>
          <pc:docMk/>
          <pc:sldMk cId="2701156696" sldId="263"/>
        </pc:sldMkLst>
        <pc:spChg chg="mod">
          <ac:chgData name="Наиля Мавлюдова" userId="946b87bdd2203ae6" providerId="LiveId" clId="{73145087-42E6-4956-A42E-4DBC1300D946}" dt="2026-08-30T11:24:23.648" v="386" actId="1076"/>
          <ac:spMkLst>
            <pc:docMk/>
            <pc:sldMk cId="2701156696" sldId="263"/>
            <ac:spMk id="3" creationId="{C070568D-04FD-51DF-876F-2E04EB45E84F}"/>
          </ac:spMkLst>
        </pc:spChg>
        <pc:spChg chg="mod">
          <ac:chgData name="Наиля Мавлюдова" userId="946b87bdd2203ae6" providerId="LiveId" clId="{73145087-42E6-4956-A42E-4DBC1300D946}" dt="2026-08-30T10:57:38.045" v="73" actId="207"/>
          <ac:spMkLst>
            <pc:docMk/>
            <pc:sldMk cId="2701156696" sldId="263"/>
            <ac:spMk id="5" creationId="{A635890E-1E34-6A96-E72A-CD626888F97C}"/>
          </ac:spMkLst>
        </pc:spChg>
        <pc:spChg chg="del mod">
          <ac:chgData name="Наиля Мавлюдова" userId="946b87bdd2203ae6" providerId="LiveId" clId="{73145087-42E6-4956-A42E-4DBC1300D946}" dt="2026-08-30T11:21:47.932" v="355" actId="478"/>
          <ac:spMkLst>
            <pc:docMk/>
            <pc:sldMk cId="2701156696" sldId="263"/>
            <ac:spMk id="6" creationId="{C5E427B5-AA26-427E-6001-1EAC49B9E92A}"/>
          </ac:spMkLst>
        </pc:spChg>
        <pc:spChg chg="del mod">
          <ac:chgData name="Наиля Мавлюдова" userId="946b87bdd2203ae6" providerId="LiveId" clId="{73145087-42E6-4956-A42E-4DBC1300D946}" dt="2026-08-30T11:23:33.437" v="369" actId="21"/>
          <ac:spMkLst>
            <pc:docMk/>
            <pc:sldMk cId="2701156696" sldId="263"/>
            <ac:spMk id="9" creationId="{F059650D-9B8F-C8CE-C81D-97BF2B0A7A83}"/>
          </ac:spMkLst>
        </pc:spChg>
        <pc:spChg chg="del mod">
          <ac:chgData name="Наиля Мавлюдова" userId="946b87bdd2203ae6" providerId="LiveId" clId="{73145087-42E6-4956-A42E-4DBC1300D946}" dt="2026-08-30T11:23:33.437" v="369" actId="21"/>
          <ac:spMkLst>
            <pc:docMk/>
            <pc:sldMk cId="2701156696" sldId="263"/>
            <ac:spMk id="11" creationId="{97C1C655-62BD-A192-1825-48D90289949C}"/>
          </ac:spMkLst>
        </pc:spChg>
        <pc:spChg chg="del mod">
          <ac:chgData name="Наиля Мавлюдова" userId="946b87bdd2203ae6" providerId="LiveId" clId="{73145087-42E6-4956-A42E-4DBC1300D946}" dt="2026-08-30T11:23:33.437" v="369" actId="21"/>
          <ac:spMkLst>
            <pc:docMk/>
            <pc:sldMk cId="2701156696" sldId="263"/>
            <ac:spMk id="13" creationId="{E39DC9A3-0308-F4A2-7736-75EC1522B942}"/>
          </ac:spMkLst>
        </pc:spChg>
        <pc:grpChg chg="add mod">
          <ac:chgData name="Наиля Мавлюдова" userId="946b87bdd2203ae6" providerId="LiveId" clId="{73145087-42E6-4956-A42E-4DBC1300D946}" dt="2026-08-30T10:57:20.883" v="72" actId="1076"/>
          <ac:grpSpMkLst>
            <pc:docMk/>
            <pc:sldMk cId="2701156696" sldId="263"/>
            <ac:grpSpMk id="2" creationId="{2246F855-84A5-D1AF-C4B5-77F0878E70A4}"/>
          </ac:grpSpMkLst>
        </pc:grpChg>
        <pc:picChg chg="add mod">
          <ac:chgData name="Наиля Мавлюдова" userId="946b87bdd2203ae6" providerId="LiveId" clId="{73145087-42E6-4956-A42E-4DBC1300D946}" dt="2026-08-30T10:57:03.438" v="65"/>
          <ac:picMkLst>
            <pc:docMk/>
            <pc:sldMk cId="2701156696" sldId="263"/>
            <ac:picMk id="10" creationId="{6E1D1B44-60A5-0933-C293-FFCC21B83DDA}"/>
          </ac:picMkLst>
        </pc:picChg>
        <pc:cxnChg chg="mod">
          <ac:chgData name="Наиля Мавлюдова" userId="946b87bdd2203ae6" providerId="LiveId" clId="{73145087-42E6-4956-A42E-4DBC1300D946}" dt="2026-08-30T10:57:03.438" v="65"/>
          <ac:cxnSpMkLst>
            <pc:docMk/>
            <pc:sldMk cId="2701156696" sldId="263"/>
            <ac:cxnSpMk id="4" creationId="{2F170227-8424-C4A8-ABD9-A43D387B9609}"/>
          </ac:cxnSpMkLst>
        </pc:cxnChg>
        <pc:cxnChg chg="mod">
          <ac:chgData name="Наиля Мавлюдова" userId="946b87bdd2203ae6" providerId="LiveId" clId="{73145087-42E6-4956-A42E-4DBC1300D946}" dt="2026-08-30T10:57:03.438" v="65"/>
          <ac:cxnSpMkLst>
            <pc:docMk/>
            <pc:sldMk cId="2701156696" sldId="263"/>
            <ac:cxnSpMk id="7" creationId="{9B1D6C8D-E96D-FC07-6636-D30847F91208}"/>
          </ac:cxnSpMkLst>
        </pc:cxnChg>
        <pc:cxnChg chg="mod">
          <ac:chgData name="Наиля Мавлюдова" userId="946b87bdd2203ae6" providerId="LiveId" clId="{73145087-42E6-4956-A42E-4DBC1300D946}" dt="2026-08-30T10:57:03.438" v="65"/>
          <ac:cxnSpMkLst>
            <pc:docMk/>
            <pc:sldMk cId="2701156696" sldId="263"/>
            <ac:cxnSpMk id="8" creationId="{FD0DBF15-1E8E-B424-A153-48C2C7F0F238}"/>
          </ac:cxnSpMkLst>
        </pc:cxnChg>
      </pc:sldChg>
      <pc:sldChg chg="addSp delSp modSp add mod">
        <pc:chgData name="Наиля Мавлюдова" userId="946b87bdd2203ae6" providerId="LiveId" clId="{73145087-42E6-4956-A42E-4DBC1300D946}" dt="2026-08-30T11:45:43.967" v="657" actId="478"/>
        <pc:sldMkLst>
          <pc:docMk/>
          <pc:sldMk cId="3334176788" sldId="265"/>
        </pc:sldMkLst>
        <pc:spChg chg="mod">
          <ac:chgData name="Наиля Мавлюдова" userId="946b87bdd2203ae6" providerId="LiveId" clId="{73145087-42E6-4956-A42E-4DBC1300D946}" dt="2026-08-30T11:45:40.886" v="655" actId="20577"/>
          <ac:spMkLst>
            <pc:docMk/>
            <pc:sldMk cId="3334176788" sldId="265"/>
            <ac:spMk id="2" creationId="{0EEC6514-4299-CD96-AE2B-9E57C7EDE06C}"/>
          </ac:spMkLst>
        </pc:spChg>
        <pc:spChg chg="mod">
          <ac:chgData name="Наиля Мавлюдова" userId="946b87bdd2203ae6" providerId="LiveId" clId="{73145087-42E6-4956-A42E-4DBC1300D946}" dt="2026-08-30T10:56:53.009" v="64" actId="207"/>
          <ac:spMkLst>
            <pc:docMk/>
            <pc:sldMk cId="3334176788" sldId="265"/>
            <ac:spMk id="4" creationId="{9637ACE0-30A3-9E8B-4A0E-9F1457C86E6F}"/>
          </ac:spMkLst>
        </pc:spChg>
        <pc:spChg chg="mod">
          <ac:chgData name="Наиля Мавлюдова" userId="946b87bdd2203ae6" providerId="LiveId" clId="{73145087-42E6-4956-A42E-4DBC1300D946}" dt="2026-08-30T10:56:53.009" v="64" actId="207"/>
          <ac:spMkLst>
            <pc:docMk/>
            <pc:sldMk cId="3334176788" sldId="265"/>
            <ac:spMk id="5" creationId="{F214EF82-4CC4-A677-4DFF-F677D6ED4082}"/>
          </ac:spMkLst>
        </pc:spChg>
        <pc:spChg chg="del mod">
          <ac:chgData name="Наиля Мавлюдова" userId="946b87bdd2203ae6" providerId="LiveId" clId="{73145087-42E6-4956-A42E-4DBC1300D946}" dt="2026-08-30T11:45:42.892" v="656" actId="478"/>
          <ac:spMkLst>
            <pc:docMk/>
            <pc:sldMk cId="3334176788" sldId="265"/>
            <ac:spMk id="6" creationId="{0D1670B6-2B38-CFFF-DD2A-8506E9A8F930}"/>
          </ac:spMkLst>
        </pc:spChg>
        <pc:spChg chg="del mod">
          <ac:chgData name="Наиля Мавлюдова" userId="946b87bdd2203ae6" providerId="LiveId" clId="{73145087-42E6-4956-A42E-4DBC1300D946}" dt="2026-08-30T11:45:43.967" v="657" actId="478"/>
          <ac:spMkLst>
            <pc:docMk/>
            <pc:sldMk cId="3334176788" sldId="265"/>
            <ac:spMk id="7" creationId="{C85A31D6-7FF2-C0E3-DCCA-59DAA8CFF984}"/>
          </ac:spMkLst>
        </pc:spChg>
        <pc:spChg chg="mod">
          <ac:chgData name="Наиля Мавлюдова" userId="946b87bdd2203ae6" providerId="LiveId" clId="{73145087-42E6-4956-A42E-4DBC1300D946}" dt="2026-08-30T10:56:46.736" v="62" actId="207"/>
          <ac:spMkLst>
            <pc:docMk/>
            <pc:sldMk cId="3334176788" sldId="265"/>
            <ac:spMk id="9" creationId="{A08DEDA0-81A6-50DC-5F3C-C16416FAC6C4}"/>
          </ac:spMkLst>
        </pc:spChg>
        <pc:spChg chg="mod">
          <ac:chgData name="Наиля Мавлюдова" userId="946b87bdd2203ae6" providerId="LiveId" clId="{73145087-42E6-4956-A42E-4DBC1300D946}" dt="2026-08-30T10:56:53.009" v="64" actId="207"/>
          <ac:spMkLst>
            <pc:docMk/>
            <pc:sldMk cId="3334176788" sldId="265"/>
            <ac:spMk id="10" creationId="{C6410405-C6C8-1DB8-51E6-FCBA9AD9A9D8}"/>
          </ac:spMkLst>
        </pc:spChg>
        <pc:spChg chg="mod">
          <ac:chgData name="Наиля Мавлюдова" userId="946b87bdd2203ae6" providerId="LiveId" clId="{73145087-42E6-4956-A42E-4DBC1300D946}" dt="2026-08-30T10:56:53.009" v="64" actId="207"/>
          <ac:spMkLst>
            <pc:docMk/>
            <pc:sldMk cId="3334176788" sldId="265"/>
            <ac:spMk id="11" creationId="{88F2E8BA-E4A0-2B34-1965-360F8AEB1C9B}"/>
          </ac:spMkLst>
        </pc:spChg>
        <pc:grpChg chg="add mod">
          <ac:chgData name="Наиля Мавлюдова" userId="946b87bdd2203ae6" providerId="LiveId" clId="{73145087-42E6-4956-A42E-4DBC1300D946}" dt="2026-08-30T10:56:33.359" v="60" actId="1076"/>
          <ac:grpSpMkLst>
            <pc:docMk/>
            <pc:sldMk cId="3334176788" sldId="265"/>
            <ac:grpSpMk id="8" creationId="{C8D8C448-3AF1-6F52-4F71-CDD9922D4B7C}"/>
          </ac:grpSpMkLst>
        </pc:grpChg>
        <pc:picChg chg="add mod">
          <ac:chgData name="Наиля Мавлюдова" userId="946b87bdd2203ae6" providerId="LiveId" clId="{73145087-42E6-4956-A42E-4DBC1300D946}" dt="2026-08-30T10:56:25.038" v="58"/>
          <ac:picMkLst>
            <pc:docMk/>
            <pc:sldMk cId="3334176788" sldId="265"/>
            <ac:picMk id="15" creationId="{442069D6-184F-D82C-4785-023A37221CAB}"/>
          </ac:picMkLst>
        </pc:picChg>
        <pc:cxnChg chg="mod">
          <ac:chgData name="Наиля Мавлюдова" userId="946b87bdd2203ae6" providerId="LiveId" clId="{73145087-42E6-4956-A42E-4DBC1300D946}" dt="2026-08-30T10:56:25.038" v="58"/>
          <ac:cxnSpMkLst>
            <pc:docMk/>
            <pc:sldMk cId="3334176788" sldId="265"/>
            <ac:cxnSpMk id="12" creationId="{80EBC007-24BC-E51B-11DC-805B7DB826D2}"/>
          </ac:cxnSpMkLst>
        </pc:cxnChg>
        <pc:cxnChg chg="mod">
          <ac:chgData name="Наиля Мавлюдова" userId="946b87bdd2203ae6" providerId="LiveId" clId="{73145087-42E6-4956-A42E-4DBC1300D946}" dt="2026-08-30T10:56:25.038" v="58"/>
          <ac:cxnSpMkLst>
            <pc:docMk/>
            <pc:sldMk cId="3334176788" sldId="265"/>
            <ac:cxnSpMk id="13" creationId="{B0984D68-5C13-F2B5-DCF9-3FF326409CE5}"/>
          </ac:cxnSpMkLst>
        </pc:cxnChg>
        <pc:cxnChg chg="mod">
          <ac:chgData name="Наиля Мавлюдова" userId="946b87bdd2203ae6" providerId="LiveId" clId="{73145087-42E6-4956-A42E-4DBC1300D946}" dt="2026-08-30T10:56:25.038" v="58"/>
          <ac:cxnSpMkLst>
            <pc:docMk/>
            <pc:sldMk cId="3334176788" sldId="265"/>
            <ac:cxnSpMk id="14" creationId="{35A724A5-A996-509A-1A30-03CD449907BA}"/>
          </ac:cxnSpMkLst>
        </pc:cxnChg>
      </pc:sldChg>
      <pc:sldChg chg="modSp add del mod setBg">
        <pc:chgData name="Наиля Мавлюдова" userId="946b87bdd2203ae6" providerId="LiveId" clId="{73145087-42E6-4956-A42E-4DBC1300D946}" dt="2026-08-30T10:35:45.866" v="5"/>
        <pc:sldMkLst>
          <pc:docMk/>
          <pc:sldMk cId="2254807987" sldId="332"/>
        </pc:sldMkLst>
        <pc:spChg chg="mod">
          <ac:chgData name="Наиля Мавлюдова" userId="946b87bdd2203ae6" providerId="LiveId" clId="{73145087-42E6-4956-A42E-4DBC1300D946}" dt="2026-08-30T10:35:45.866" v="5"/>
          <ac:spMkLst>
            <pc:docMk/>
            <pc:sldMk cId="2254807987" sldId="332"/>
            <ac:spMk id="27" creationId="{AB3BEA9F-74AD-4CE7-925A-B024CE301E7D}"/>
          </ac:spMkLst>
        </pc:spChg>
      </pc:sldChg>
      <pc:sldChg chg="addSp delSp modSp new mod modClrScheme chgLayout">
        <pc:chgData name="Наиля Мавлюдова" userId="946b87bdd2203ae6" providerId="LiveId" clId="{73145087-42E6-4956-A42E-4DBC1300D946}" dt="2026-08-30T10:42:45.824" v="55" actId="20577"/>
        <pc:sldMkLst>
          <pc:docMk/>
          <pc:sldMk cId="724839784" sldId="333"/>
        </pc:sldMkLst>
        <pc:spChg chg="del">
          <ac:chgData name="Наиля Мавлюдова" userId="946b87bdd2203ae6" providerId="LiveId" clId="{73145087-42E6-4956-A42E-4DBC1300D946}" dt="2026-08-30T10:36:02.258" v="7" actId="700"/>
          <ac:spMkLst>
            <pc:docMk/>
            <pc:sldMk cId="724839784" sldId="333"/>
            <ac:spMk id="2" creationId="{645E2BFE-2E8F-4467-B2A6-D7768F0CACFF}"/>
          </ac:spMkLst>
        </pc:spChg>
        <pc:spChg chg="del">
          <ac:chgData name="Наиля Мавлюдова" userId="946b87bdd2203ae6" providerId="LiveId" clId="{73145087-42E6-4956-A42E-4DBC1300D946}" dt="2026-08-30T10:36:02.258" v="7" actId="700"/>
          <ac:spMkLst>
            <pc:docMk/>
            <pc:sldMk cId="724839784" sldId="333"/>
            <ac:spMk id="3" creationId="{F3985E58-8658-AD63-798A-76ADBC3F5F46}"/>
          </ac:spMkLst>
        </pc:spChg>
        <pc:spChg chg="add mod">
          <ac:chgData name="Наиля Мавлюдова" userId="946b87bdd2203ae6" providerId="LiveId" clId="{73145087-42E6-4956-A42E-4DBC1300D946}" dt="2026-08-30T10:40:23.930" v="23" actId="1076"/>
          <ac:spMkLst>
            <pc:docMk/>
            <pc:sldMk cId="724839784" sldId="333"/>
            <ac:spMk id="9" creationId="{5B6730D2-EFE7-DBE1-6562-9DACA706B384}"/>
          </ac:spMkLst>
        </pc:spChg>
        <pc:spChg chg="add mod">
          <ac:chgData name="Наиля Мавлюдова" userId="946b87bdd2203ae6" providerId="LiveId" clId="{73145087-42E6-4956-A42E-4DBC1300D946}" dt="2026-08-30T10:40:49.692" v="31" actId="14100"/>
          <ac:spMkLst>
            <pc:docMk/>
            <pc:sldMk cId="724839784" sldId="333"/>
            <ac:spMk id="10" creationId="{62F5F5D2-C134-A7B4-DE18-0AD3302F31BA}"/>
          </ac:spMkLst>
        </pc:spChg>
        <pc:spChg chg="add mod">
          <ac:chgData name="Наиля Мавлюдова" userId="946b87bdd2203ae6" providerId="LiveId" clId="{73145087-42E6-4956-A42E-4DBC1300D946}" dt="2026-08-30T10:42:39.826" v="53" actId="1076"/>
          <ac:spMkLst>
            <pc:docMk/>
            <pc:sldMk cId="724839784" sldId="333"/>
            <ac:spMk id="14" creationId="{282D32FA-9DE5-9690-8CE2-8C61C6D5C691}"/>
          </ac:spMkLst>
        </pc:spChg>
        <pc:spChg chg="add mod">
          <ac:chgData name="Наиля Мавлюдова" userId="946b87bdd2203ae6" providerId="LiveId" clId="{73145087-42E6-4956-A42E-4DBC1300D946}" dt="2026-08-30T10:42:45.824" v="55" actId="20577"/>
          <ac:spMkLst>
            <pc:docMk/>
            <pc:sldMk cId="724839784" sldId="333"/>
            <ac:spMk id="15" creationId="{79C12DE9-D193-E3EC-343B-CDF9EC5D218C}"/>
          </ac:spMkLst>
        </pc:spChg>
        <pc:spChg chg="add mod">
          <ac:chgData name="Наиля Мавлюдова" userId="946b87bdd2203ae6" providerId="LiveId" clId="{73145087-42E6-4956-A42E-4DBC1300D946}" dt="2026-08-30T10:42:11.285" v="46" actId="1076"/>
          <ac:spMkLst>
            <pc:docMk/>
            <pc:sldMk cId="724839784" sldId="333"/>
            <ac:spMk id="16" creationId="{52FCB2F8-7557-ABF1-1215-FD961B527B58}"/>
          </ac:spMkLst>
        </pc:spChg>
        <pc:spChg chg="add mod">
          <ac:chgData name="Наиля Мавлюдова" userId="946b87bdd2203ae6" providerId="LiveId" clId="{73145087-42E6-4956-A42E-4DBC1300D946}" dt="2026-08-30T10:42:34.924" v="52" actId="6549"/>
          <ac:spMkLst>
            <pc:docMk/>
            <pc:sldMk cId="724839784" sldId="333"/>
            <ac:spMk id="17" creationId="{4B603A21-96E7-3674-BA71-E15B1D5E49E7}"/>
          </ac:spMkLst>
        </pc:spChg>
        <pc:spChg chg="add mod">
          <ac:chgData name="Наиля Мавлюдова" userId="946b87bdd2203ae6" providerId="LiveId" clId="{73145087-42E6-4956-A42E-4DBC1300D946}" dt="2026-08-30T10:41:51.264" v="42" actId="1076"/>
          <ac:spMkLst>
            <pc:docMk/>
            <pc:sldMk cId="724839784" sldId="333"/>
            <ac:spMk id="18" creationId="{C51A8263-0FD9-B34C-61DC-30135A507176}"/>
          </ac:spMkLst>
        </pc:spChg>
        <pc:spChg chg="add mod">
          <ac:chgData name="Наиля Мавлюдова" userId="946b87bdd2203ae6" providerId="LiveId" clId="{73145087-42E6-4956-A42E-4DBC1300D946}" dt="2026-08-30T10:42:01.945" v="45" actId="20577"/>
          <ac:spMkLst>
            <pc:docMk/>
            <pc:sldMk cId="724839784" sldId="333"/>
            <ac:spMk id="19" creationId="{62DADC01-26C4-A18E-600B-D269927A3FEB}"/>
          </ac:spMkLst>
        </pc:spChg>
        <pc:grpChg chg="add mod">
          <ac:chgData name="Наиля Мавлюдова" userId="946b87bdd2203ae6" providerId="LiveId" clId="{73145087-42E6-4956-A42E-4DBC1300D946}" dt="2026-08-30T10:36:18.061" v="8"/>
          <ac:grpSpMkLst>
            <pc:docMk/>
            <pc:sldMk cId="724839784" sldId="333"/>
            <ac:grpSpMk id="4" creationId="{17CF04F3-D040-74F4-FA6F-B17E3EEB95D5}"/>
          </ac:grpSpMkLst>
        </pc:grpChg>
        <pc:picChg chg="add mod">
          <ac:chgData name="Наиля Мавлюдова" userId="946b87bdd2203ae6" providerId="LiveId" clId="{73145087-42E6-4956-A42E-4DBC1300D946}" dt="2026-08-30T10:36:18.061" v="8"/>
          <ac:picMkLst>
            <pc:docMk/>
            <pc:sldMk cId="724839784" sldId="333"/>
            <ac:picMk id="8" creationId="{516FA84F-F5A6-67CA-B829-73E319B2A5B4}"/>
          </ac:picMkLst>
        </pc:picChg>
        <pc:picChg chg="add mod">
          <ac:chgData name="Наиля Мавлюдова" userId="946b87bdd2203ae6" providerId="LiveId" clId="{73145087-42E6-4956-A42E-4DBC1300D946}" dt="2026-08-30T10:41:12.176" v="35" actId="1076"/>
          <ac:picMkLst>
            <pc:docMk/>
            <pc:sldMk cId="724839784" sldId="333"/>
            <ac:picMk id="11" creationId="{BB9C7D4F-E832-82B9-308A-6800A217D72B}"/>
          </ac:picMkLst>
        </pc:picChg>
        <pc:picChg chg="add mod">
          <ac:chgData name="Наиля Мавлюдова" userId="946b87bdd2203ae6" providerId="LiveId" clId="{73145087-42E6-4956-A42E-4DBC1300D946}" dt="2026-08-30T10:41:20.599" v="37" actId="1076"/>
          <ac:picMkLst>
            <pc:docMk/>
            <pc:sldMk cId="724839784" sldId="333"/>
            <ac:picMk id="12" creationId="{5CE3DF24-2979-9E7C-B6FA-90A778CA6927}"/>
          </ac:picMkLst>
        </pc:picChg>
        <pc:picChg chg="add mod">
          <ac:chgData name="Наиля Мавлюдова" userId="946b87bdd2203ae6" providerId="LiveId" clId="{73145087-42E6-4956-A42E-4DBC1300D946}" dt="2026-08-30T10:41:18.098" v="36" actId="1076"/>
          <ac:picMkLst>
            <pc:docMk/>
            <pc:sldMk cId="724839784" sldId="333"/>
            <ac:picMk id="13" creationId="{2C7485BB-845C-E48C-2D0F-E04857B7EF5A}"/>
          </ac:picMkLst>
        </pc:picChg>
        <pc:cxnChg chg="mod">
          <ac:chgData name="Наиля Мавлюдова" userId="946b87bdd2203ae6" providerId="LiveId" clId="{73145087-42E6-4956-A42E-4DBC1300D946}" dt="2026-08-30T10:36:18.061" v="8"/>
          <ac:cxnSpMkLst>
            <pc:docMk/>
            <pc:sldMk cId="724839784" sldId="333"/>
            <ac:cxnSpMk id="5" creationId="{E6467CFD-2086-0696-B8D0-8C059F2723B6}"/>
          </ac:cxnSpMkLst>
        </pc:cxnChg>
        <pc:cxnChg chg="mod">
          <ac:chgData name="Наиля Мавлюдова" userId="946b87bdd2203ae6" providerId="LiveId" clId="{73145087-42E6-4956-A42E-4DBC1300D946}" dt="2026-08-30T10:36:18.061" v="8"/>
          <ac:cxnSpMkLst>
            <pc:docMk/>
            <pc:sldMk cId="724839784" sldId="333"/>
            <ac:cxnSpMk id="6" creationId="{A5DA9E24-6BA0-E902-3C91-A3918B0BB8F5}"/>
          </ac:cxnSpMkLst>
        </pc:cxnChg>
        <pc:cxnChg chg="mod">
          <ac:chgData name="Наиля Мавлюдова" userId="946b87bdd2203ae6" providerId="LiveId" clId="{73145087-42E6-4956-A42E-4DBC1300D946}" dt="2026-08-30T10:36:18.061" v="8"/>
          <ac:cxnSpMkLst>
            <pc:docMk/>
            <pc:sldMk cId="724839784" sldId="333"/>
            <ac:cxnSpMk id="7" creationId="{06920CF7-28B5-30E1-86E5-542A586F1E20}"/>
          </ac:cxnSpMkLst>
        </pc:cxnChg>
      </pc:sldChg>
      <pc:sldChg chg="addSp modSp add mod">
        <pc:chgData name="Наиля Мавлюдова" userId="946b87bdd2203ae6" providerId="LiveId" clId="{73145087-42E6-4956-A42E-4DBC1300D946}" dt="2026-08-30T11:02:33.499" v="119" actId="167"/>
        <pc:sldMkLst>
          <pc:docMk/>
          <pc:sldMk cId="1857559369" sldId="334"/>
        </pc:sldMkLst>
        <pc:spChg chg="add mod">
          <ac:chgData name="Наиля Мавлюдова" userId="946b87bdd2203ae6" providerId="LiveId" clId="{73145087-42E6-4956-A42E-4DBC1300D946}" dt="2026-08-30T10:58:52.063" v="80" actId="2711"/>
          <ac:spMkLst>
            <pc:docMk/>
            <pc:sldMk cId="1857559369" sldId="334"/>
            <ac:spMk id="2" creationId="{EBD9974F-2927-A371-2F25-B4F2674DCF68}"/>
          </ac:spMkLst>
        </pc:spChg>
        <pc:spChg chg="add mod">
          <ac:chgData name="Наиля Мавлюдова" userId="946b87bdd2203ae6" providerId="LiveId" clId="{73145087-42E6-4956-A42E-4DBC1300D946}" dt="2026-08-30T10:59:15.938" v="87" actId="20577"/>
          <ac:spMkLst>
            <pc:docMk/>
            <pc:sldMk cId="1857559369" sldId="334"/>
            <ac:spMk id="3" creationId="{D794352C-0614-C521-B0C6-803F6651885F}"/>
          </ac:spMkLst>
        </pc:spChg>
        <pc:spChg chg="add mod">
          <ac:chgData name="Наиля Мавлюдова" userId="946b87bdd2203ae6" providerId="LiveId" clId="{73145087-42E6-4956-A42E-4DBC1300D946}" dt="2026-08-30T11:00:05.864" v="92" actId="1076"/>
          <ac:spMkLst>
            <pc:docMk/>
            <pc:sldMk cId="1857559369" sldId="334"/>
            <ac:spMk id="9" creationId="{19C8A8EE-4110-141D-826F-41A56D038B7B}"/>
          </ac:spMkLst>
        </pc:spChg>
        <pc:spChg chg="add mod">
          <ac:chgData name="Наиля Мавлюдова" userId="946b87bdd2203ae6" providerId="LiveId" clId="{73145087-42E6-4956-A42E-4DBC1300D946}" dt="2026-08-30T11:01:30.967" v="107" actId="6549"/>
          <ac:spMkLst>
            <pc:docMk/>
            <pc:sldMk cId="1857559369" sldId="334"/>
            <ac:spMk id="10" creationId="{9504DDFE-327F-DD94-E674-C404BA3D2351}"/>
          </ac:spMkLst>
        </pc:spChg>
        <pc:spChg chg="add mod">
          <ac:chgData name="Наиля Мавлюдова" userId="946b87bdd2203ae6" providerId="LiveId" clId="{73145087-42E6-4956-A42E-4DBC1300D946}" dt="2026-08-30T11:00:23.404" v="97" actId="1076"/>
          <ac:spMkLst>
            <pc:docMk/>
            <pc:sldMk cId="1857559369" sldId="334"/>
            <ac:spMk id="11" creationId="{BA8970C1-5C5C-C4B7-89E6-5CBC20F99F3F}"/>
          </ac:spMkLst>
        </pc:spChg>
        <pc:spChg chg="add mod">
          <ac:chgData name="Наиля Мавлюдова" userId="946b87bdd2203ae6" providerId="LiveId" clId="{73145087-42E6-4956-A42E-4DBC1300D946}" dt="2026-08-30T11:00:34.425" v="100" actId="14100"/>
          <ac:spMkLst>
            <pc:docMk/>
            <pc:sldMk cId="1857559369" sldId="334"/>
            <ac:spMk id="12" creationId="{31BF69D0-5253-66C8-1B9B-1915F5DD73CD}"/>
          </ac:spMkLst>
        </pc:spChg>
        <pc:spChg chg="add mod">
          <ac:chgData name="Наиля Мавлюдова" userId="946b87bdd2203ae6" providerId="LiveId" clId="{73145087-42E6-4956-A42E-4DBC1300D946}" dt="2026-08-30T11:00:10.214" v="93" actId="1076"/>
          <ac:spMkLst>
            <pc:docMk/>
            <pc:sldMk cId="1857559369" sldId="334"/>
            <ac:spMk id="13" creationId="{59FDE813-AAB4-0A54-A6BB-B543A1E2BFF4}"/>
          </ac:spMkLst>
        </pc:spChg>
        <pc:spChg chg="add mod">
          <ac:chgData name="Наиля Мавлюдова" userId="946b87bdd2203ae6" providerId="LiveId" clId="{73145087-42E6-4956-A42E-4DBC1300D946}" dt="2026-08-30T11:00:19.364" v="96" actId="20577"/>
          <ac:spMkLst>
            <pc:docMk/>
            <pc:sldMk cId="1857559369" sldId="334"/>
            <ac:spMk id="14" creationId="{A6E224B0-6E4D-527E-9599-20DB18F8BEE6}"/>
          </ac:spMkLst>
        </pc:spChg>
        <pc:spChg chg="add mod">
          <ac:chgData name="Наиля Мавлюдова" userId="946b87bdd2203ae6" providerId="LiveId" clId="{73145087-42E6-4956-A42E-4DBC1300D946}" dt="2026-08-30T11:02:13.470" v="114" actId="14100"/>
          <ac:spMkLst>
            <pc:docMk/>
            <pc:sldMk cId="1857559369" sldId="334"/>
            <ac:spMk id="15" creationId="{5B8B719E-C193-5329-1B97-7DF2E0094B7A}"/>
          </ac:spMkLst>
        </pc:spChg>
        <pc:spChg chg="add mod ord">
          <ac:chgData name="Наиля Мавлюдова" userId="946b87bdd2203ae6" providerId="LiveId" clId="{73145087-42E6-4956-A42E-4DBC1300D946}" dt="2026-08-30T11:02:33.499" v="119" actId="167"/>
          <ac:spMkLst>
            <pc:docMk/>
            <pc:sldMk cId="1857559369" sldId="334"/>
            <ac:spMk id="16" creationId="{095F8662-BF16-48A0-9410-F26A29D3AEB4}"/>
          </ac:spMkLst>
        </pc:spChg>
      </pc:sldChg>
      <pc:sldChg chg="addSp modSp add mod">
        <pc:chgData name="Наиля Мавлюдова" userId="946b87bdd2203ae6" providerId="LiveId" clId="{73145087-42E6-4956-A42E-4DBC1300D946}" dt="2026-08-30T11:06:12.997" v="169" actId="113"/>
        <pc:sldMkLst>
          <pc:docMk/>
          <pc:sldMk cId="3813174598" sldId="335"/>
        </pc:sldMkLst>
        <pc:spChg chg="add mod">
          <ac:chgData name="Наиля Мавлюдова" userId="946b87bdd2203ae6" providerId="LiveId" clId="{73145087-42E6-4956-A42E-4DBC1300D946}" dt="2026-08-30T11:03:05.036" v="128" actId="255"/>
          <ac:spMkLst>
            <pc:docMk/>
            <pc:sldMk cId="3813174598" sldId="335"/>
            <ac:spMk id="2" creationId="{5BBB3458-70AD-2788-91FE-14FC9A19F27F}"/>
          </ac:spMkLst>
        </pc:spChg>
        <pc:spChg chg="add mod">
          <ac:chgData name="Наиля Мавлюдова" userId="946b87bdd2203ae6" providerId="LiveId" clId="{73145087-42E6-4956-A42E-4DBC1300D946}" dt="2026-08-30T11:03:32.908" v="133" actId="1076"/>
          <ac:spMkLst>
            <pc:docMk/>
            <pc:sldMk cId="3813174598" sldId="335"/>
            <ac:spMk id="3" creationId="{AEAB8F4D-0021-004D-3CF2-78E3679390E7}"/>
          </ac:spMkLst>
        </pc:spChg>
        <pc:spChg chg="add mod">
          <ac:chgData name="Наиля Мавлюдова" userId="946b87bdd2203ae6" providerId="LiveId" clId="{73145087-42E6-4956-A42E-4DBC1300D946}" dt="2026-08-30T11:04:00.623" v="140" actId="1076"/>
          <ac:spMkLst>
            <pc:docMk/>
            <pc:sldMk cId="3813174598" sldId="335"/>
            <ac:spMk id="9" creationId="{D1258968-EB64-E849-E0BF-659D789D667B}"/>
          </ac:spMkLst>
        </pc:spChg>
        <pc:spChg chg="add mod">
          <ac:chgData name="Наиля Мавлюдова" userId="946b87bdd2203ae6" providerId="LiveId" clId="{73145087-42E6-4956-A42E-4DBC1300D946}" dt="2026-08-30T11:04:44.628" v="152" actId="5793"/>
          <ac:spMkLst>
            <pc:docMk/>
            <pc:sldMk cId="3813174598" sldId="335"/>
            <ac:spMk id="10" creationId="{64A5547A-C7BE-70DB-7196-EB656D7B8D3F}"/>
          </ac:spMkLst>
        </pc:spChg>
        <pc:spChg chg="add mod">
          <ac:chgData name="Наиля Мавлюдова" userId="946b87bdd2203ae6" providerId="LiveId" clId="{73145087-42E6-4956-A42E-4DBC1300D946}" dt="2026-08-30T11:03:43.802" v="136" actId="14100"/>
          <ac:spMkLst>
            <pc:docMk/>
            <pc:sldMk cId="3813174598" sldId="335"/>
            <ac:spMk id="11" creationId="{B1483CC3-E675-EA50-32A3-ADF36C7813C2}"/>
          </ac:spMkLst>
        </pc:spChg>
        <pc:spChg chg="add mod">
          <ac:chgData name="Наиля Мавлюдова" userId="946b87bdd2203ae6" providerId="LiveId" clId="{73145087-42E6-4956-A42E-4DBC1300D946}" dt="2026-08-30T11:05:17.711" v="157" actId="1076"/>
          <ac:spMkLst>
            <pc:docMk/>
            <pc:sldMk cId="3813174598" sldId="335"/>
            <ac:spMk id="12" creationId="{625E4839-7C4D-6A70-8764-34A6BD4188E9}"/>
          </ac:spMkLst>
        </pc:spChg>
        <pc:spChg chg="add mod">
          <ac:chgData name="Наиля Мавлюдова" userId="946b87bdd2203ae6" providerId="LiveId" clId="{73145087-42E6-4956-A42E-4DBC1300D946}" dt="2026-08-30T11:06:02.111" v="167" actId="113"/>
          <ac:spMkLst>
            <pc:docMk/>
            <pc:sldMk cId="3813174598" sldId="335"/>
            <ac:spMk id="13" creationId="{72584CED-717C-A54C-9A05-EAD749575F37}"/>
          </ac:spMkLst>
        </pc:spChg>
        <pc:spChg chg="add mod">
          <ac:chgData name="Наиля Мавлюдова" userId="946b87bdd2203ae6" providerId="LiveId" clId="{73145087-42E6-4956-A42E-4DBC1300D946}" dt="2026-08-30T11:05:17.711" v="157" actId="1076"/>
          <ac:spMkLst>
            <pc:docMk/>
            <pc:sldMk cId="3813174598" sldId="335"/>
            <ac:spMk id="14" creationId="{45B4A6A5-FB26-08B1-26B2-8931B7D6A0A4}"/>
          </ac:spMkLst>
        </pc:spChg>
        <pc:spChg chg="add mod">
          <ac:chgData name="Наиля Мавлюдова" userId="946b87bdd2203ae6" providerId="LiveId" clId="{73145087-42E6-4956-A42E-4DBC1300D946}" dt="2026-08-30T11:06:08.365" v="168" actId="113"/>
          <ac:spMkLst>
            <pc:docMk/>
            <pc:sldMk cId="3813174598" sldId="335"/>
            <ac:spMk id="15" creationId="{1872522D-78AA-7A62-BC8D-9CB59AF086E8}"/>
          </ac:spMkLst>
        </pc:spChg>
        <pc:spChg chg="add mod">
          <ac:chgData name="Наиля Мавлюдова" userId="946b87bdd2203ae6" providerId="LiveId" clId="{73145087-42E6-4956-A42E-4DBC1300D946}" dt="2026-08-30T11:05:17.711" v="157" actId="1076"/>
          <ac:spMkLst>
            <pc:docMk/>
            <pc:sldMk cId="3813174598" sldId="335"/>
            <ac:spMk id="16" creationId="{2A104614-B5AE-48D4-E346-35DEEA165B69}"/>
          </ac:spMkLst>
        </pc:spChg>
        <pc:spChg chg="add mod">
          <ac:chgData name="Наиля Мавлюдова" userId="946b87bdd2203ae6" providerId="LiveId" clId="{73145087-42E6-4956-A42E-4DBC1300D946}" dt="2026-08-30T11:06:12.997" v="169" actId="113"/>
          <ac:spMkLst>
            <pc:docMk/>
            <pc:sldMk cId="3813174598" sldId="335"/>
            <ac:spMk id="17" creationId="{6DBC9646-F692-7DDD-3935-F8C0D5F142E7}"/>
          </ac:spMkLst>
        </pc:spChg>
        <pc:spChg chg="add mod">
          <ac:chgData name="Наиля Мавлюдова" userId="946b87bdd2203ae6" providerId="LiveId" clId="{73145087-42E6-4956-A42E-4DBC1300D946}" dt="2026-08-30T11:05:17.711" v="157" actId="1076"/>
          <ac:spMkLst>
            <pc:docMk/>
            <pc:sldMk cId="3813174598" sldId="335"/>
            <ac:spMk id="18" creationId="{168EC516-7D14-34A3-1A2D-CE2A715E0C1C}"/>
          </ac:spMkLst>
        </pc:spChg>
        <pc:spChg chg="add mod ord">
          <ac:chgData name="Наиля Мавлюдова" userId="946b87bdd2203ae6" providerId="LiveId" clId="{73145087-42E6-4956-A42E-4DBC1300D946}" dt="2026-08-30T11:05:47.232" v="164" actId="207"/>
          <ac:spMkLst>
            <pc:docMk/>
            <pc:sldMk cId="3813174598" sldId="335"/>
            <ac:spMk id="19" creationId="{BE171180-46FD-1F92-B950-E64AF9ED26BE}"/>
          </ac:spMkLst>
        </pc:spChg>
      </pc:sldChg>
      <pc:sldChg chg="addSp modSp add mod ord">
        <pc:chgData name="Наиля Мавлюдова" userId="946b87bdd2203ae6" providerId="LiveId" clId="{73145087-42E6-4956-A42E-4DBC1300D946}" dt="2026-08-30T11:12:14.514" v="270" actId="20577"/>
        <pc:sldMkLst>
          <pc:docMk/>
          <pc:sldMk cId="3623142105" sldId="336"/>
        </pc:sldMkLst>
        <pc:spChg chg="add mod">
          <ac:chgData name="Наиля Мавлюдова" userId="946b87bdd2203ae6" providerId="LiveId" clId="{73145087-42E6-4956-A42E-4DBC1300D946}" dt="2026-08-30T11:07:29.247" v="178" actId="1076"/>
          <ac:spMkLst>
            <pc:docMk/>
            <pc:sldMk cId="3623142105" sldId="336"/>
            <ac:spMk id="2" creationId="{F0948DD3-7C0A-23D8-BA28-337E272400F5}"/>
          </ac:spMkLst>
        </pc:spChg>
        <pc:spChg chg="add mod">
          <ac:chgData name="Наиля Мавлюдова" userId="946b87bdd2203ae6" providerId="LiveId" clId="{73145087-42E6-4956-A42E-4DBC1300D946}" dt="2026-08-30T11:09:14.799" v="208" actId="122"/>
          <ac:spMkLst>
            <pc:docMk/>
            <pc:sldMk cId="3623142105" sldId="336"/>
            <ac:spMk id="3" creationId="{3E465630-CD44-3E75-14F3-FF060CEE6073}"/>
          </ac:spMkLst>
        </pc:spChg>
        <pc:spChg chg="add mod">
          <ac:chgData name="Наиля Мавлюдова" userId="946b87bdd2203ae6" providerId="LiveId" clId="{73145087-42E6-4956-A42E-4DBC1300D946}" dt="2026-08-30T11:08:18.305" v="186" actId="1076"/>
          <ac:spMkLst>
            <pc:docMk/>
            <pc:sldMk cId="3623142105" sldId="336"/>
            <ac:spMk id="9" creationId="{0A4DF113-EDB3-9E8E-261E-E42B14CD362A}"/>
          </ac:spMkLst>
        </pc:spChg>
        <pc:spChg chg="add mod">
          <ac:chgData name="Наиля Мавлюдова" userId="946b87bdd2203ae6" providerId="LiveId" clId="{73145087-42E6-4956-A42E-4DBC1300D946}" dt="2026-08-30T11:08:36.888" v="194" actId="14100"/>
          <ac:spMkLst>
            <pc:docMk/>
            <pc:sldMk cId="3623142105" sldId="336"/>
            <ac:spMk id="10" creationId="{F05EB20D-6B82-6464-B7B5-319889120D78}"/>
          </ac:spMkLst>
        </pc:spChg>
        <pc:spChg chg="add mod">
          <ac:chgData name="Наиля Мавлюдова" userId="946b87bdd2203ae6" providerId="LiveId" clId="{73145087-42E6-4956-A42E-4DBC1300D946}" dt="2026-08-30T11:08:53.019" v="200" actId="21"/>
          <ac:spMkLst>
            <pc:docMk/>
            <pc:sldMk cId="3623142105" sldId="336"/>
            <ac:spMk id="11" creationId="{C5595AEB-446D-FA58-BA39-56DB43198578}"/>
          </ac:spMkLst>
        </pc:spChg>
        <pc:spChg chg="add mod ord">
          <ac:chgData name="Наиля Мавлюдова" userId="946b87bdd2203ae6" providerId="LiveId" clId="{73145087-42E6-4956-A42E-4DBC1300D946}" dt="2026-08-30T11:09:05.808" v="205" actId="14100"/>
          <ac:spMkLst>
            <pc:docMk/>
            <pc:sldMk cId="3623142105" sldId="336"/>
            <ac:spMk id="12" creationId="{D9472C44-49A8-854B-95B6-32E936557B1E}"/>
          </ac:spMkLst>
        </pc:spChg>
        <pc:spChg chg="add mod">
          <ac:chgData name="Наиля Мавлюдова" userId="946b87bdd2203ae6" providerId="LiveId" clId="{73145087-42E6-4956-A42E-4DBC1300D946}" dt="2026-08-30T11:09:08.285" v="206" actId="404"/>
          <ac:spMkLst>
            <pc:docMk/>
            <pc:sldMk cId="3623142105" sldId="336"/>
            <ac:spMk id="14" creationId="{9BE4BBC7-6A39-D033-6729-F72FE4F567C5}"/>
          </ac:spMkLst>
        </pc:spChg>
        <pc:spChg chg="add mod">
          <ac:chgData name="Наиля Мавлюдова" userId="946b87bdd2203ae6" providerId="LiveId" clId="{73145087-42E6-4956-A42E-4DBC1300D946}" dt="2026-08-30T11:11:06.606" v="248" actId="1076"/>
          <ac:spMkLst>
            <pc:docMk/>
            <pc:sldMk cId="3623142105" sldId="336"/>
            <ac:spMk id="15" creationId="{CAE9D176-CA23-E744-01AE-01DD04FFD955}"/>
          </ac:spMkLst>
        </pc:spChg>
        <pc:spChg chg="add mod">
          <ac:chgData name="Наиля Мавлюдова" userId="946b87bdd2203ae6" providerId="LiveId" clId="{73145087-42E6-4956-A42E-4DBC1300D946}" dt="2026-08-30T11:11:09.287" v="249" actId="20577"/>
          <ac:spMkLst>
            <pc:docMk/>
            <pc:sldMk cId="3623142105" sldId="336"/>
            <ac:spMk id="16" creationId="{63B34292-F7FD-6AE3-E7DD-85F1C1201A21}"/>
          </ac:spMkLst>
        </pc:spChg>
        <pc:spChg chg="add mod">
          <ac:chgData name="Наиля Мавлюдова" userId="946b87bdd2203ae6" providerId="LiveId" clId="{73145087-42E6-4956-A42E-4DBC1300D946}" dt="2026-08-30T11:09:40.014" v="213" actId="255"/>
          <ac:spMkLst>
            <pc:docMk/>
            <pc:sldMk cId="3623142105" sldId="336"/>
            <ac:spMk id="17" creationId="{EA443AB5-2ABC-85B1-E67A-E1F1FA58AAD6}"/>
          </ac:spMkLst>
        </pc:spChg>
        <pc:spChg chg="add mod">
          <ac:chgData name="Наиля Мавлюдова" userId="946b87bdd2203ae6" providerId="LiveId" clId="{73145087-42E6-4956-A42E-4DBC1300D946}" dt="2026-08-30T11:09:40.014" v="213" actId="255"/>
          <ac:spMkLst>
            <pc:docMk/>
            <pc:sldMk cId="3623142105" sldId="336"/>
            <ac:spMk id="18" creationId="{A75A5F77-4D3F-3221-C664-318B5AE4D90A}"/>
          </ac:spMkLst>
        </pc:spChg>
        <pc:spChg chg="add mod">
          <ac:chgData name="Наиля Мавлюдова" userId="946b87bdd2203ae6" providerId="LiveId" clId="{73145087-42E6-4956-A42E-4DBC1300D946}" dt="2026-08-30T11:10:42.508" v="239" actId="1076"/>
          <ac:spMkLst>
            <pc:docMk/>
            <pc:sldMk cId="3623142105" sldId="336"/>
            <ac:spMk id="19" creationId="{991E0A64-0E82-00F5-9267-2E6912284250}"/>
          </ac:spMkLst>
        </pc:spChg>
        <pc:spChg chg="add mod">
          <ac:chgData name="Наиля Мавлюдова" userId="946b87bdd2203ae6" providerId="LiveId" clId="{73145087-42E6-4956-A42E-4DBC1300D946}" dt="2026-08-30T11:11:02.694" v="247" actId="1076"/>
          <ac:spMkLst>
            <pc:docMk/>
            <pc:sldMk cId="3623142105" sldId="336"/>
            <ac:spMk id="20" creationId="{B224AC61-F321-5FB6-1517-AB2C46F71CD0}"/>
          </ac:spMkLst>
        </pc:spChg>
        <pc:spChg chg="add mod">
          <ac:chgData name="Наиля Мавлюдова" userId="946b87bdd2203ae6" providerId="LiveId" clId="{73145087-42E6-4956-A42E-4DBC1300D946}" dt="2026-08-30T11:11:00.412" v="246" actId="1076"/>
          <ac:spMkLst>
            <pc:docMk/>
            <pc:sldMk cId="3623142105" sldId="336"/>
            <ac:spMk id="21" creationId="{0F015960-0617-8692-8268-B56FBA4393CF}"/>
          </ac:spMkLst>
        </pc:spChg>
        <pc:spChg chg="add mod">
          <ac:chgData name="Наиля Мавлюдова" userId="946b87bdd2203ae6" providerId="LiveId" clId="{73145087-42E6-4956-A42E-4DBC1300D946}" dt="2026-08-30T11:10:58.120" v="245" actId="1076"/>
          <ac:spMkLst>
            <pc:docMk/>
            <pc:sldMk cId="3623142105" sldId="336"/>
            <ac:spMk id="22" creationId="{D6B02792-0A39-6936-1858-22788D43B566}"/>
          </ac:spMkLst>
        </pc:spChg>
        <pc:spChg chg="add mod">
          <ac:chgData name="Наиля Мавлюдова" userId="946b87bdd2203ae6" providerId="LiveId" clId="{73145087-42E6-4956-A42E-4DBC1300D946}" dt="2026-08-30T11:10:54.935" v="244" actId="1076"/>
          <ac:spMkLst>
            <pc:docMk/>
            <pc:sldMk cId="3623142105" sldId="336"/>
            <ac:spMk id="23" creationId="{4C5ADD27-BFD7-803A-C756-BE2143AF5C04}"/>
          </ac:spMkLst>
        </pc:spChg>
        <pc:spChg chg="add mod">
          <ac:chgData name="Наиля Мавлюдова" userId="946b87bdd2203ae6" providerId="LiveId" clId="{73145087-42E6-4956-A42E-4DBC1300D946}" dt="2026-08-30T11:10:53.103" v="243" actId="1076"/>
          <ac:spMkLst>
            <pc:docMk/>
            <pc:sldMk cId="3623142105" sldId="336"/>
            <ac:spMk id="24" creationId="{30CBDABD-B148-956A-83BB-B7A0E33F242B}"/>
          </ac:spMkLst>
        </pc:spChg>
        <pc:spChg chg="add mod">
          <ac:chgData name="Наиля Мавлюдова" userId="946b87bdd2203ae6" providerId="LiveId" clId="{73145087-42E6-4956-A42E-4DBC1300D946}" dt="2026-08-30T11:10:50.462" v="242" actId="1076"/>
          <ac:spMkLst>
            <pc:docMk/>
            <pc:sldMk cId="3623142105" sldId="336"/>
            <ac:spMk id="25" creationId="{CC41D47D-76E9-E432-5F60-206E12902799}"/>
          </ac:spMkLst>
        </pc:spChg>
        <pc:spChg chg="add mod">
          <ac:chgData name="Наиля Мавлюдова" userId="946b87bdd2203ae6" providerId="LiveId" clId="{73145087-42E6-4956-A42E-4DBC1300D946}" dt="2026-08-30T11:10:48.519" v="241" actId="1076"/>
          <ac:spMkLst>
            <pc:docMk/>
            <pc:sldMk cId="3623142105" sldId="336"/>
            <ac:spMk id="26" creationId="{71130C63-2AF8-E10E-8035-8105455A75F7}"/>
          </ac:spMkLst>
        </pc:spChg>
        <pc:spChg chg="add mod">
          <ac:chgData name="Наиля Мавлюдова" userId="946b87bdd2203ae6" providerId="LiveId" clId="{73145087-42E6-4956-A42E-4DBC1300D946}" dt="2026-08-30T11:10:10.054" v="224" actId="1076"/>
          <ac:spMkLst>
            <pc:docMk/>
            <pc:sldMk cId="3623142105" sldId="336"/>
            <ac:spMk id="27" creationId="{21755598-F108-D941-5903-7F1B48E3BD81}"/>
          </ac:spMkLst>
        </pc:spChg>
        <pc:spChg chg="add mod">
          <ac:chgData name="Наиля Мавлюдова" userId="946b87bdd2203ae6" providerId="LiveId" clId="{73145087-42E6-4956-A42E-4DBC1300D946}" dt="2026-08-30T11:10:45.744" v="240" actId="1076"/>
          <ac:spMkLst>
            <pc:docMk/>
            <pc:sldMk cId="3623142105" sldId="336"/>
            <ac:spMk id="28" creationId="{EE6F888A-91EE-768A-6441-0183882D0F89}"/>
          </ac:spMkLst>
        </pc:spChg>
        <pc:spChg chg="add mod">
          <ac:chgData name="Наиля Мавлюдова" userId="946b87bdd2203ae6" providerId="LiveId" clId="{73145087-42E6-4956-A42E-4DBC1300D946}" dt="2026-08-30T11:09:56.964" v="220" actId="1076"/>
          <ac:spMkLst>
            <pc:docMk/>
            <pc:sldMk cId="3623142105" sldId="336"/>
            <ac:spMk id="29" creationId="{47D8B56F-086C-3434-411F-F37BEF4AC71C}"/>
          </ac:spMkLst>
        </pc:spChg>
        <pc:spChg chg="add mod">
          <ac:chgData name="Наиля Мавлюдова" userId="946b87bdd2203ae6" providerId="LiveId" clId="{73145087-42E6-4956-A42E-4DBC1300D946}" dt="2026-08-30T11:09:54.729" v="219" actId="1076"/>
          <ac:spMkLst>
            <pc:docMk/>
            <pc:sldMk cId="3623142105" sldId="336"/>
            <ac:spMk id="30" creationId="{4662166A-CE41-2692-1893-E8C9E8D2CE0F}"/>
          </ac:spMkLst>
        </pc:spChg>
        <pc:spChg chg="add mod">
          <ac:chgData name="Наиля Мавлюдова" userId="946b87bdd2203ae6" providerId="LiveId" clId="{73145087-42E6-4956-A42E-4DBC1300D946}" dt="2026-08-30T11:11:19.307" v="251" actId="1076"/>
          <ac:spMkLst>
            <pc:docMk/>
            <pc:sldMk cId="3623142105" sldId="336"/>
            <ac:spMk id="31" creationId="{AFE3C03D-30A2-C6AA-92EA-F9F40EFA13E3}"/>
          </ac:spMkLst>
        </pc:spChg>
        <pc:spChg chg="add mod">
          <ac:chgData name="Наиля Мавлюдова" userId="946b87bdd2203ae6" providerId="LiveId" clId="{73145087-42E6-4956-A42E-4DBC1300D946}" dt="2026-08-30T11:11:23.366" v="253" actId="1076"/>
          <ac:spMkLst>
            <pc:docMk/>
            <pc:sldMk cId="3623142105" sldId="336"/>
            <ac:spMk id="32" creationId="{8D849FD2-F753-E3DF-146C-428A1DDF90C7}"/>
          </ac:spMkLst>
        </pc:spChg>
        <pc:spChg chg="add mod">
          <ac:chgData name="Наиля Мавлюдова" userId="946b87bdd2203ae6" providerId="LiveId" clId="{73145087-42E6-4956-A42E-4DBC1300D946}" dt="2026-08-30T11:11:28.805" v="255" actId="1076"/>
          <ac:spMkLst>
            <pc:docMk/>
            <pc:sldMk cId="3623142105" sldId="336"/>
            <ac:spMk id="33" creationId="{5605D3F1-9200-AADD-5D7B-202793FE3327}"/>
          </ac:spMkLst>
        </pc:spChg>
        <pc:spChg chg="add mod">
          <ac:chgData name="Наиля Мавлюдова" userId="946b87bdd2203ae6" providerId="LiveId" clId="{73145087-42E6-4956-A42E-4DBC1300D946}" dt="2026-08-30T11:11:33.600" v="257" actId="1076"/>
          <ac:spMkLst>
            <pc:docMk/>
            <pc:sldMk cId="3623142105" sldId="336"/>
            <ac:spMk id="34" creationId="{3554315F-0A12-6536-8D96-9014DFA7D997}"/>
          </ac:spMkLst>
        </pc:spChg>
        <pc:spChg chg="add mod">
          <ac:chgData name="Наиля Мавлюдова" userId="946b87bdd2203ae6" providerId="LiveId" clId="{73145087-42E6-4956-A42E-4DBC1300D946}" dt="2026-08-30T11:11:37.926" v="259" actId="1076"/>
          <ac:spMkLst>
            <pc:docMk/>
            <pc:sldMk cId="3623142105" sldId="336"/>
            <ac:spMk id="35" creationId="{9261C2BC-9092-327C-860B-56F82DD14392}"/>
          </ac:spMkLst>
        </pc:spChg>
        <pc:spChg chg="add mod">
          <ac:chgData name="Наиля Мавлюдова" userId="946b87bdd2203ae6" providerId="LiveId" clId="{73145087-42E6-4956-A42E-4DBC1300D946}" dt="2026-08-30T11:12:11.097" v="269" actId="1076"/>
          <ac:spMkLst>
            <pc:docMk/>
            <pc:sldMk cId="3623142105" sldId="336"/>
            <ac:spMk id="36" creationId="{7EA9202F-B224-96A1-0C24-3555AB61BCDD}"/>
          </ac:spMkLst>
        </pc:spChg>
        <pc:spChg chg="add mod">
          <ac:chgData name="Наиля Мавлюдова" userId="946b87bdd2203ae6" providerId="LiveId" clId="{73145087-42E6-4956-A42E-4DBC1300D946}" dt="2026-08-30T11:12:14.514" v="270" actId="20577"/>
          <ac:spMkLst>
            <pc:docMk/>
            <pc:sldMk cId="3623142105" sldId="336"/>
            <ac:spMk id="37" creationId="{94BB0D70-343B-D0B6-39AB-F8903C22B104}"/>
          </ac:spMkLst>
        </pc:spChg>
      </pc:sldChg>
      <pc:sldChg chg="addSp modSp add mod">
        <pc:chgData name="Наиля Мавлюдова" userId="946b87bdd2203ae6" providerId="LiveId" clId="{73145087-42E6-4956-A42E-4DBC1300D946}" dt="2026-08-30T11:27:52.736" v="434" actId="113"/>
        <pc:sldMkLst>
          <pc:docMk/>
          <pc:sldMk cId="2029660406" sldId="337"/>
        </pc:sldMkLst>
        <pc:spChg chg="add mod">
          <ac:chgData name="Наиля Мавлюдова" userId="946b87bdd2203ae6" providerId="LiveId" clId="{73145087-42E6-4956-A42E-4DBC1300D946}" dt="2026-08-30T11:24:58.601" v="391" actId="255"/>
          <ac:spMkLst>
            <pc:docMk/>
            <pc:sldMk cId="2029660406" sldId="337"/>
            <ac:spMk id="2" creationId="{F52D58B1-1BFE-41F6-87E8-ABA5AAC1E749}"/>
          </ac:spMkLst>
        </pc:spChg>
        <pc:spChg chg="add mod">
          <ac:chgData name="Наиля Мавлюдова" userId="946b87bdd2203ae6" providerId="LiveId" clId="{73145087-42E6-4956-A42E-4DBC1300D946}" dt="2026-08-30T11:26:12.113" v="407" actId="255"/>
          <ac:spMkLst>
            <pc:docMk/>
            <pc:sldMk cId="2029660406" sldId="337"/>
            <ac:spMk id="3" creationId="{E6ACA31F-D711-C4A7-2EB8-9D2FC6732E95}"/>
          </ac:spMkLst>
        </pc:spChg>
        <pc:spChg chg="add mod">
          <ac:chgData name="Наиля Мавлюдова" userId="946b87bdd2203ae6" providerId="LiveId" clId="{73145087-42E6-4956-A42E-4DBC1300D946}" dt="2026-08-30T11:26:15.079" v="408" actId="255"/>
          <ac:spMkLst>
            <pc:docMk/>
            <pc:sldMk cId="2029660406" sldId="337"/>
            <ac:spMk id="9" creationId="{910D2C3F-9C83-9FF7-9C59-D9DFFBC27AE8}"/>
          </ac:spMkLst>
        </pc:spChg>
        <pc:spChg chg="add mod">
          <ac:chgData name="Наиля Мавлюдова" userId="946b87bdd2203ae6" providerId="LiveId" clId="{73145087-42E6-4956-A42E-4DBC1300D946}" dt="2026-08-30T11:26:18.838" v="410" actId="255"/>
          <ac:spMkLst>
            <pc:docMk/>
            <pc:sldMk cId="2029660406" sldId="337"/>
            <ac:spMk id="10" creationId="{FE4ACB2A-B74C-697E-E895-533F7CC9B2C2}"/>
          </ac:spMkLst>
        </pc:spChg>
        <pc:spChg chg="add mod">
          <ac:chgData name="Наиля Мавлюдова" userId="946b87bdd2203ae6" providerId="LiveId" clId="{73145087-42E6-4956-A42E-4DBC1300D946}" dt="2026-08-30T11:26:37.564" v="420" actId="20577"/>
          <ac:spMkLst>
            <pc:docMk/>
            <pc:sldMk cId="2029660406" sldId="337"/>
            <ac:spMk id="11" creationId="{7C219DB6-BB07-9B79-9BCA-C167630A8956}"/>
          </ac:spMkLst>
        </pc:spChg>
        <pc:spChg chg="add mod">
          <ac:chgData name="Наиля Мавлюдова" userId="946b87bdd2203ae6" providerId="LiveId" clId="{73145087-42E6-4956-A42E-4DBC1300D946}" dt="2026-08-30T11:27:22.340" v="428" actId="207"/>
          <ac:spMkLst>
            <pc:docMk/>
            <pc:sldMk cId="2029660406" sldId="337"/>
            <ac:spMk id="12" creationId="{9AD07CAD-58E7-6F2F-DDCB-685DA469CAE4}"/>
          </ac:spMkLst>
        </pc:spChg>
        <pc:spChg chg="add mod">
          <ac:chgData name="Наиля Мавлюдова" userId="946b87bdd2203ae6" providerId="LiveId" clId="{73145087-42E6-4956-A42E-4DBC1300D946}" dt="2026-08-30T11:27:42.047" v="431" actId="122"/>
          <ac:spMkLst>
            <pc:docMk/>
            <pc:sldMk cId="2029660406" sldId="337"/>
            <ac:spMk id="13" creationId="{68E932AB-2334-8ABD-0122-6989D801F652}"/>
          </ac:spMkLst>
        </pc:spChg>
        <pc:spChg chg="add mod">
          <ac:chgData name="Наиля Мавлюдова" userId="946b87bdd2203ae6" providerId="LiveId" clId="{73145087-42E6-4956-A42E-4DBC1300D946}" dt="2026-08-30T11:27:46.018" v="432" actId="113"/>
          <ac:spMkLst>
            <pc:docMk/>
            <pc:sldMk cId="2029660406" sldId="337"/>
            <ac:spMk id="14" creationId="{CFB791D1-B5CF-E99C-9378-FB3836487083}"/>
          </ac:spMkLst>
        </pc:spChg>
        <pc:spChg chg="add mod">
          <ac:chgData name="Наиля Мавлюдова" userId="946b87bdd2203ae6" providerId="LiveId" clId="{73145087-42E6-4956-A42E-4DBC1300D946}" dt="2026-08-30T11:27:37.143" v="430" actId="207"/>
          <ac:spMkLst>
            <pc:docMk/>
            <pc:sldMk cId="2029660406" sldId="337"/>
            <ac:spMk id="15" creationId="{9BDBCCB7-2427-3E51-CAE0-3595C190E124}"/>
          </ac:spMkLst>
        </pc:spChg>
        <pc:spChg chg="add mod">
          <ac:chgData name="Наиля Мавлюдова" userId="946b87bdd2203ae6" providerId="LiveId" clId="{73145087-42E6-4956-A42E-4DBC1300D946}" dt="2026-08-30T11:27:48.576" v="433" actId="113"/>
          <ac:spMkLst>
            <pc:docMk/>
            <pc:sldMk cId="2029660406" sldId="337"/>
            <ac:spMk id="16" creationId="{491BDA45-D921-BEBF-AD18-610BD18241BF}"/>
          </ac:spMkLst>
        </pc:spChg>
        <pc:spChg chg="add mod">
          <ac:chgData name="Наиля Мавлюдова" userId="946b87bdd2203ae6" providerId="LiveId" clId="{73145087-42E6-4956-A42E-4DBC1300D946}" dt="2026-08-30T11:27:37.143" v="430" actId="207"/>
          <ac:spMkLst>
            <pc:docMk/>
            <pc:sldMk cId="2029660406" sldId="337"/>
            <ac:spMk id="17" creationId="{A4BD7500-52BB-77BD-DCA0-4197AD4543BF}"/>
          </ac:spMkLst>
        </pc:spChg>
        <pc:spChg chg="add mod">
          <ac:chgData name="Наиля Мавлюдова" userId="946b87bdd2203ae6" providerId="LiveId" clId="{73145087-42E6-4956-A42E-4DBC1300D946}" dt="2026-08-30T11:27:52.736" v="434" actId="113"/>
          <ac:spMkLst>
            <pc:docMk/>
            <pc:sldMk cId="2029660406" sldId="337"/>
            <ac:spMk id="18" creationId="{E20C56A3-689B-4B46-D72A-3BBCF172F65B}"/>
          </ac:spMkLst>
        </pc:spChg>
        <pc:spChg chg="add mod">
          <ac:chgData name="Наиля Мавлюдова" userId="946b87bdd2203ae6" providerId="LiveId" clId="{73145087-42E6-4956-A42E-4DBC1300D946}" dt="2026-08-30T11:27:37.143" v="430" actId="207"/>
          <ac:spMkLst>
            <pc:docMk/>
            <pc:sldMk cId="2029660406" sldId="337"/>
            <ac:spMk id="19" creationId="{F559F6E4-8B20-17BA-2181-68BCCA9065CA}"/>
          </ac:spMkLst>
        </pc:spChg>
      </pc:sldChg>
      <pc:sldChg chg="addSp modSp add mod">
        <pc:chgData name="Наиля Мавлюдова" userId="946b87bdd2203ae6" providerId="LiveId" clId="{73145087-42E6-4956-A42E-4DBC1300D946}" dt="2026-08-30T11:32:20.104" v="514" actId="167"/>
        <pc:sldMkLst>
          <pc:docMk/>
          <pc:sldMk cId="1480191990" sldId="338"/>
        </pc:sldMkLst>
        <pc:spChg chg="add mod">
          <ac:chgData name="Наиля Мавлюдова" userId="946b87bdd2203ae6" providerId="LiveId" clId="{73145087-42E6-4956-A42E-4DBC1300D946}" dt="2026-08-30T11:29:03.722" v="439" actId="255"/>
          <ac:spMkLst>
            <pc:docMk/>
            <pc:sldMk cId="1480191990" sldId="338"/>
            <ac:spMk id="2" creationId="{E935D736-E585-DE0E-D1B3-41EFDC6E31A0}"/>
          </ac:spMkLst>
        </pc:spChg>
        <pc:spChg chg="add mod">
          <ac:chgData name="Наиля Мавлюдова" userId="946b87bdd2203ae6" providerId="LiveId" clId="{73145087-42E6-4956-A42E-4DBC1300D946}" dt="2026-08-30T11:29:30.258" v="447" actId="14100"/>
          <ac:spMkLst>
            <pc:docMk/>
            <pc:sldMk cId="1480191990" sldId="338"/>
            <ac:spMk id="3" creationId="{3A1FC2D4-C5F6-2513-3556-48B5B77860E7}"/>
          </ac:spMkLst>
        </pc:spChg>
        <pc:spChg chg="add mod">
          <ac:chgData name="Наиля Мавлюдова" userId="946b87bdd2203ae6" providerId="LiveId" clId="{73145087-42E6-4956-A42E-4DBC1300D946}" dt="2026-08-30T11:31:41.348" v="497"/>
          <ac:spMkLst>
            <pc:docMk/>
            <pc:sldMk cId="1480191990" sldId="338"/>
            <ac:spMk id="9" creationId="{8FDAB619-F785-1563-C057-CE96D4781CFF}"/>
          </ac:spMkLst>
        </pc:spChg>
        <pc:spChg chg="add mod">
          <ac:chgData name="Наиля Мавлюдова" userId="946b87bdd2203ae6" providerId="LiveId" clId="{73145087-42E6-4956-A42E-4DBC1300D946}" dt="2026-08-30T11:29:43.350" v="453" actId="14100"/>
          <ac:spMkLst>
            <pc:docMk/>
            <pc:sldMk cId="1480191990" sldId="338"/>
            <ac:spMk id="10" creationId="{DEB50312-3A9C-EC34-871A-C98523A87DD6}"/>
          </ac:spMkLst>
        </pc:spChg>
        <pc:spChg chg="add mod">
          <ac:chgData name="Наиля Мавлюдова" userId="946b87bdd2203ae6" providerId="LiveId" clId="{73145087-42E6-4956-A42E-4DBC1300D946}" dt="2026-08-30T11:31:35.581" v="495"/>
          <ac:spMkLst>
            <pc:docMk/>
            <pc:sldMk cId="1480191990" sldId="338"/>
            <ac:spMk id="11" creationId="{0E0591AE-3CAE-3D5D-23F7-B4F9174B37C0}"/>
          </ac:spMkLst>
        </pc:spChg>
        <pc:spChg chg="add mod">
          <ac:chgData name="Наиля Мавлюдова" userId="946b87bdd2203ae6" providerId="LiveId" clId="{73145087-42E6-4956-A42E-4DBC1300D946}" dt="2026-08-30T11:30:15.517" v="465" actId="20577"/>
          <ac:spMkLst>
            <pc:docMk/>
            <pc:sldMk cId="1480191990" sldId="338"/>
            <ac:spMk id="12" creationId="{6461F1CB-10D3-9667-D959-AA2B1EA33DAC}"/>
          </ac:spMkLst>
        </pc:spChg>
        <pc:spChg chg="add mod">
          <ac:chgData name="Наиля Мавлюдова" userId="946b87bdd2203ae6" providerId="LiveId" clId="{73145087-42E6-4956-A42E-4DBC1300D946}" dt="2026-08-30T11:31:42.969" v="498"/>
          <ac:spMkLst>
            <pc:docMk/>
            <pc:sldMk cId="1480191990" sldId="338"/>
            <ac:spMk id="13" creationId="{60703222-79A7-ECF8-42C9-B8E53D493270}"/>
          </ac:spMkLst>
        </pc:spChg>
        <pc:spChg chg="add mod">
          <ac:chgData name="Наиля Мавлюдова" userId="946b87bdd2203ae6" providerId="LiveId" clId="{73145087-42E6-4956-A42E-4DBC1300D946}" dt="2026-08-30T11:31:00.603" v="479" actId="1076"/>
          <ac:spMkLst>
            <pc:docMk/>
            <pc:sldMk cId="1480191990" sldId="338"/>
            <ac:spMk id="14" creationId="{8C14A6AE-B443-D82A-8D10-17E12254F412}"/>
          </ac:spMkLst>
        </pc:spChg>
        <pc:spChg chg="add mod">
          <ac:chgData name="Наиля Мавлюдова" userId="946b87bdd2203ae6" providerId="LiveId" clId="{73145087-42E6-4956-A42E-4DBC1300D946}" dt="2026-08-30T11:31:39.574" v="496"/>
          <ac:spMkLst>
            <pc:docMk/>
            <pc:sldMk cId="1480191990" sldId="338"/>
            <ac:spMk id="15" creationId="{1D8AC54F-983B-C21B-3D99-F95BD96349AE}"/>
          </ac:spMkLst>
        </pc:spChg>
        <pc:spChg chg="add mod">
          <ac:chgData name="Наиля Мавлюдова" userId="946b87bdd2203ae6" providerId="LiveId" clId="{73145087-42E6-4956-A42E-4DBC1300D946}" dt="2026-08-30T11:30:39.401" v="471" actId="14100"/>
          <ac:spMkLst>
            <pc:docMk/>
            <pc:sldMk cId="1480191990" sldId="338"/>
            <ac:spMk id="16" creationId="{FBE5D9AF-49B0-C518-8487-69677D4FA2E9}"/>
          </ac:spMkLst>
        </pc:spChg>
        <pc:spChg chg="add mod ord">
          <ac:chgData name="Наиля Мавлюдова" userId="946b87bdd2203ae6" providerId="LiveId" clId="{73145087-42E6-4956-A42E-4DBC1300D946}" dt="2026-08-30T11:31:05.127" v="481" actId="14100"/>
          <ac:spMkLst>
            <pc:docMk/>
            <pc:sldMk cId="1480191990" sldId="338"/>
            <ac:spMk id="17" creationId="{2814DAAF-EB1D-7FCB-67CA-77904DF66465}"/>
          </ac:spMkLst>
        </pc:spChg>
        <pc:spChg chg="add mod ord">
          <ac:chgData name="Наиля Мавлюдова" userId="946b87bdd2203ae6" providerId="LiveId" clId="{73145087-42E6-4956-A42E-4DBC1300D946}" dt="2026-08-30T11:31:03.076" v="480" actId="14100"/>
          <ac:spMkLst>
            <pc:docMk/>
            <pc:sldMk cId="1480191990" sldId="338"/>
            <ac:spMk id="18" creationId="{51ECC6ED-398B-FC5A-C0DC-2C208EBE319D}"/>
          </ac:spMkLst>
        </pc:spChg>
        <pc:spChg chg="add mod ord">
          <ac:chgData name="Наиля Мавлюдова" userId="946b87bdd2203ae6" providerId="LiveId" clId="{73145087-42E6-4956-A42E-4DBC1300D946}" dt="2026-08-30T11:31:13.090" v="485" actId="1076"/>
          <ac:spMkLst>
            <pc:docMk/>
            <pc:sldMk cId="1480191990" sldId="338"/>
            <ac:spMk id="19" creationId="{2F9CD8E7-7DBA-766B-00E6-228C5AD419E8}"/>
          </ac:spMkLst>
        </pc:spChg>
        <pc:spChg chg="add mod ord">
          <ac:chgData name="Наиля Мавлюдова" userId="946b87bdd2203ae6" providerId="LiveId" clId="{73145087-42E6-4956-A42E-4DBC1300D946}" dt="2026-08-30T11:31:18.470" v="488" actId="167"/>
          <ac:spMkLst>
            <pc:docMk/>
            <pc:sldMk cId="1480191990" sldId="338"/>
            <ac:spMk id="20" creationId="{7604E287-238D-76CD-FCED-A858FF68B00B}"/>
          </ac:spMkLst>
        </pc:spChg>
        <pc:spChg chg="add mod">
          <ac:chgData name="Наиля Мавлюдова" userId="946b87bdd2203ae6" providerId="LiveId" clId="{73145087-42E6-4956-A42E-4DBC1300D946}" dt="2026-08-30T11:32:07.077" v="508" actId="14100"/>
          <ac:spMkLst>
            <pc:docMk/>
            <pc:sldMk cId="1480191990" sldId="338"/>
            <ac:spMk id="21" creationId="{61160897-D809-5FC5-8555-8E4F3040B5F1}"/>
          </ac:spMkLst>
        </pc:spChg>
        <pc:spChg chg="add mod ord">
          <ac:chgData name="Наиля Мавлюдова" userId="946b87bdd2203ae6" providerId="LiveId" clId="{73145087-42E6-4956-A42E-4DBC1300D946}" dt="2026-08-30T11:32:20.104" v="514" actId="167"/>
          <ac:spMkLst>
            <pc:docMk/>
            <pc:sldMk cId="1480191990" sldId="338"/>
            <ac:spMk id="22" creationId="{4D447196-4CBB-9DE7-9150-048F6C6D587E}"/>
          </ac:spMkLst>
        </pc:spChg>
      </pc:sldChg>
      <pc:sldChg chg="addSp delSp modSp add mod">
        <pc:chgData name="Наиля Мавлюдова" userId="946b87bdd2203ae6" providerId="LiveId" clId="{73145087-42E6-4956-A42E-4DBC1300D946}" dt="2026-08-30T11:39:46.956" v="650" actId="1076"/>
        <pc:sldMkLst>
          <pc:docMk/>
          <pc:sldMk cId="2683927019" sldId="339"/>
        </pc:sldMkLst>
        <pc:spChg chg="add mod">
          <ac:chgData name="Наиля Мавлюдова" userId="946b87bdd2203ae6" providerId="LiveId" clId="{73145087-42E6-4956-A42E-4DBC1300D946}" dt="2026-08-30T11:38:39.246" v="633" actId="1076"/>
          <ac:spMkLst>
            <pc:docMk/>
            <pc:sldMk cId="2683927019" sldId="339"/>
            <ac:spMk id="2" creationId="{BE779EC2-E167-C540-FF35-E7EAD4977D63}"/>
          </ac:spMkLst>
        </pc:spChg>
        <pc:spChg chg="add mod">
          <ac:chgData name="Наиля Мавлюдова" userId="946b87bdd2203ae6" providerId="LiveId" clId="{73145087-42E6-4956-A42E-4DBC1300D946}" dt="2026-08-30T11:32:53.661" v="525" actId="1076"/>
          <ac:spMkLst>
            <pc:docMk/>
            <pc:sldMk cId="2683927019" sldId="339"/>
            <ac:spMk id="3" creationId="{6B43BA75-86A1-F35C-FF34-31089055EECA}"/>
          </ac:spMkLst>
        </pc:spChg>
        <pc:spChg chg="add del mod">
          <ac:chgData name="Наиля Мавлюдова" userId="946b87bdd2203ae6" providerId="LiveId" clId="{73145087-42E6-4956-A42E-4DBC1300D946}" dt="2026-08-30T11:34:45.987" v="566" actId="478"/>
          <ac:spMkLst>
            <pc:docMk/>
            <pc:sldMk cId="2683927019" sldId="339"/>
            <ac:spMk id="9" creationId="{1B71B219-2AB1-25B7-A948-031A4E9E7830}"/>
          </ac:spMkLst>
        </pc:spChg>
        <pc:spChg chg="add mod">
          <ac:chgData name="Наиля Мавлюдова" userId="946b87bdd2203ae6" providerId="LiveId" clId="{73145087-42E6-4956-A42E-4DBC1300D946}" dt="2026-08-30T11:34:35.471" v="561" actId="1076"/>
          <ac:spMkLst>
            <pc:docMk/>
            <pc:sldMk cId="2683927019" sldId="339"/>
            <ac:spMk id="10" creationId="{D6446006-75AD-6203-AE93-4FD459D33979}"/>
          </ac:spMkLst>
        </pc:spChg>
        <pc:spChg chg="add mod">
          <ac:chgData name="Наиля Мавлюдова" userId="946b87bdd2203ae6" providerId="LiveId" clId="{73145087-42E6-4956-A42E-4DBC1300D946}" dt="2026-08-30T11:37:19.169" v="605" actId="1076"/>
          <ac:spMkLst>
            <pc:docMk/>
            <pc:sldMk cId="2683927019" sldId="339"/>
            <ac:spMk id="11" creationId="{43BE7E3A-6698-30E2-2DA8-92DCC42D95C6}"/>
          </ac:spMkLst>
        </pc:spChg>
        <pc:spChg chg="add mod">
          <ac:chgData name="Наиля Мавлюдова" userId="946b87bdd2203ae6" providerId="LiveId" clId="{73145087-42E6-4956-A42E-4DBC1300D946}" dt="2026-08-30T11:33:19.493" v="532" actId="14100"/>
          <ac:spMkLst>
            <pc:docMk/>
            <pc:sldMk cId="2683927019" sldId="339"/>
            <ac:spMk id="12" creationId="{0BC71B0B-25EC-FBB0-0918-41AA2B95CE02}"/>
          </ac:spMkLst>
        </pc:spChg>
        <pc:spChg chg="add mod">
          <ac:chgData name="Наиля Мавлюдова" userId="946b87bdd2203ae6" providerId="LiveId" clId="{73145087-42E6-4956-A42E-4DBC1300D946}" dt="2026-08-30T11:38:49.897" v="634" actId="1076"/>
          <ac:spMkLst>
            <pc:docMk/>
            <pc:sldMk cId="2683927019" sldId="339"/>
            <ac:spMk id="13" creationId="{01A5F491-0F3D-8A8E-DFEC-B9F93D87699D}"/>
          </ac:spMkLst>
        </pc:spChg>
        <pc:spChg chg="add mod">
          <ac:chgData name="Наиля Мавлюдова" userId="946b87bdd2203ae6" providerId="LiveId" clId="{73145087-42E6-4956-A42E-4DBC1300D946}" dt="2026-08-30T11:38:49.897" v="634" actId="1076"/>
          <ac:spMkLst>
            <pc:docMk/>
            <pc:sldMk cId="2683927019" sldId="339"/>
            <ac:spMk id="14" creationId="{2BA087E0-A99F-215A-4AAB-81014340FE52}"/>
          </ac:spMkLst>
        </pc:spChg>
        <pc:spChg chg="add mod">
          <ac:chgData name="Наиля Мавлюдова" userId="946b87bdd2203ae6" providerId="LiveId" clId="{73145087-42E6-4956-A42E-4DBC1300D946}" dt="2026-08-30T11:38:49.897" v="634" actId="1076"/>
          <ac:spMkLst>
            <pc:docMk/>
            <pc:sldMk cId="2683927019" sldId="339"/>
            <ac:spMk id="15" creationId="{60D77F11-14B2-DB04-E8EF-6F4C65FEF6D4}"/>
          </ac:spMkLst>
        </pc:spChg>
        <pc:spChg chg="add mod">
          <ac:chgData name="Наиля Мавлюдова" userId="946b87bdd2203ae6" providerId="LiveId" clId="{73145087-42E6-4956-A42E-4DBC1300D946}" dt="2026-08-30T11:38:49.897" v="634" actId="1076"/>
          <ac:spMkLst>
            <pc:docMk/>
            <pc:sldMk cId="2683927019" sldId="339"/>
            <ac:spMk id="16" creationId="{141C14AE-7D6C-6D22-2E13-8B17B2B736DA}"/>
          </ac:spMkLst>
        </pc:spChg>
        <pc:spChg chg="add mod">
          <ac:chgData name="Наиля Мавлюдова" userId="946b87bdd2203ae6" providerId="LiveId" clId="{73145087-42E6-4956-A42E-4DBC1300D946}" dt="2026-08-30T11:34:53.807" v="571" actId="1076"/>
          <ac:spMkLst>
            <pc:docMk/>
            <pc:sldMk cId="2683927019" sldId="339"/>
            <ac:spMk id="18" creationId="{15350C28-D8E6-9A10-F19F-977655C1427C}"/>
          </ac:spMkLst>
        </pc:spChg>
        <pc:spChg chg="add mod ord">
          <ac:chgData name="Наиля Мавлюдова" userId="946b87bdd2203ae6" providerId="LiveId" clId="{73145087-42E6-4956-A42E-4DBC1300D946}" dt="2026-08-30T11:38:49.897" v="634" actId="1076"/>
          <ac:spMkLst>
            <pc:docMk/>
            <pc:sldMk cId="2683927019" sldId="339"/>
            <ac:spMk id="19" creationId="{6B43A156-8266-B9C5-15AC-7F6A838D9D62}"/>
          </ac:spMkLst>
        </pc:spChg>
        <pc:spChg chg="add mod ord">
          <ac:chgData name="Наиля Мавлюдова" userId="946b87bdd2203ae6" providerId="LiveId" clId="{73145087-42E6-4956-A42E-4DBC1300D946}" dt="2026-08-30T11:38:49.897" v="634" actId="1076"/>
          <ac:spMkLst>
            <pc:docMk/>
            <pc:sldMk cId="2683927019" sldId="339"/>
            <ac:spMk id="20" creationId="{150B73CC-EC5A-E17E-1843-C993D05EC280}"/>
          </ac:spMkLst>
        </pc:spChg>
        <pc:spChg chg="add mod ord">
          <ac:chgData name="Наиля Мавлюдова" userId="946b87bdd2203ae6" providerId="LiveId" clId="{73145087-42E6-4956-A42E-4DBC1300D946}" dt="2026-08-30T11:38:49.897" v="634" actId="1076"/>
          <ac:spMkLst>
            <pc:docMk/>
            <pc:sldMk cId="2683927019" sldId="339"/>
            <ac:spMk id="21" creationId="{57611DE8-B397-B7F7-C743-64AA3623385C}"/>
          </ac:spMkLst>
        </pc:spChg>
        <pc:spChg chg="add mod">
          <ac:chgData name="Наиля Мавлюдова" userId="946b87bdd2203ae6" providerId="LiveId" clId="{73145087-42E6-4956-A42E-4DBC1300D946}" dt="2026-08-30T11:37:16.755" v="603"/>
          <ac:spMkLst>
            <pc:docMk/>
            <pc:sldMk cId="2683927019" sldId="339"/>
            <ac:spMk id="22" creationId="{59BDA3CA-3194-95EA-F640-26CCB8AC7631}"/>
          </ac:spMkLst>
        </pc:spChg>
        <pc:spChg chg="add mod">
          <ac:chgData name="Наиля Мавлюдова" userId="946b87bdd2203ae6" providerId="LiveId" clId="{73145087-42E6-4956-A42E-4DBC1300D946}" dt="2026-08-30T11:37:16.755" v="603"/>
          <ac:spMkLst>
            <pc:docMk/>
            <pc:sldMk cId="2683927019" sldId="339"/>
            <ac:spMk id="23" creationId="{724776C8-9E52-1A3A-1F1D-0CEB4E825543}"/>
          </ac:spMkLst>
        </pc:spChg>
        <pc:spChg chg="add mod">
          <ac:chgData name="Наиля Мавлюдова" userId="946b87bdd2203ae6" providerId="LiveId" clId="{73145087-42E6-4956-A42E-4DBC1300D946}" dt="2026-08-30T11:37:16.755" v="603"/>
          <ac:spMkLst>
            <pc:docMk/>
            <pc:sldMk cId="2683927019" sldId="339"/>
            <ac:spMk id="24" creationId="{CA37C2B3-0481-293D-CAA3-32FEF4339777}"/>
          </ac:spMkLst>
        </pc:spChg>
        <pc:spChg chg="add mod">
          <ac:chgData name="Наиля Мавлюдова" userId="946b87bdd2203ae6" providerId="LiveId" clId="{73145087-42E6-4956-A42E-4DBC1300D946}" dt="2026-08-30T11:37:16.755" v="603"/>
          <ac:spMkLst>
            <pc:docMk/>
            <pc:sldMk cId="2683927019" sldId="339"/>
            <ac:spMk id="25" creationId="{14C5BFE7-C738-6DC8-63EE-7934B463983A}"/>
          </ac:spMkLst>
        </pc:spChg>
        <pc:spChg chg="add mod">
          <ac:chgData name="Наиля Мавлюдова" userId="946b87bdd2203ae6" providerId="LiveId" clId="{73145087-42E6-4956-A42E-4DBC1300D946}" dt="2026-08-30T11:37:16.755" v="603"/>
          <ac:spMkLst>
            <pc:docMk/>
            <pc:sldMk cId="2683927019" sldId="339"/>
            <ac:spMk id="26" creationId="{17CF64B1-E66F-A431-E9BA-5EDB21020E79}"/>
          </ac:spMkLst>
        </pc:spChg>
        <pc:spChg chg="add mod">
          <ac:chgData name="Наиля Мавлюдова" userId="946b87bdd2203ae6" providerId="LiveId" clId="{73145087-42E6-4956-A42E-4DBC1300D946}" dt="2026-08-30T11:37:16.755" v="603"/>
          <ac:spMkLst>
            <pc:docMk/>
            <pc:sldMk cId="2683927019" sldId="339"/>
            <ac:spMk id="27" creationId="{8150A44B-A49A-98A1-D0AA-A25F36A978C2}"/>
          </ac:spMkLst>
        </pc:spChg>
        <pc:spChg chg="add mod">
          <ac:chgData name="Наиля Мавлюдова" userId="946b87bdd2203ae6" providerId="LiveId" clId="{73145087-42E6-4956-A42E-4DBC1300D946}" dt="2026-08-30T11:37:16.755" v="603"/>
          <ac:spMkLst>
            <pc:docMk/>
            <pc:sldMk cId="2683927019" sldId="339"/>
            <ac:spMk id="28" creationId="{058E4FE6-EA0E-B91A-2EE4-3BFE6B57BF29}"/>
          </ac:spMkLst>
        </pc:spChg>
        <pc:spChg chg="add mod">
          <ac:chgData name="Наиля Мавлюдова" userId="946b87bdd2203ae6" providerId="LiveId" clId="{73145087-42E6-4956-A42E-4DBC1300D946}" dt="2026-08-30T11:37:16.755" v="603"/>
          <ac:spMkLst>
            <pc:docMk/>
            <pc:sldMk cId="2683927019" sldId="339"/>
            <ac:spMk id="29" creationId="{E5519A30-BBA9-B465-BD19-0B88254A209E}"/>
          </ac:spMkLst>
        </pc:spChg>
        <pc:spChg chg="add mod">
          <ac:chgData name="Наиля Мавлюдова" userId="946b87bdd2203ae6" providerId="LiveId" clId="{73145087-42E6-4956-A42E-4DBC1300D946}" dt="2026-08-30T11:37:16.755" v="603"/>
          <ac:spMkLst>
            <pc:docMk/>
            <pc:sldMk cId="2683927019" sldId="339"/>
            <ac:spMk id="30" creationId="{D0EC8EE1-05E6-EB84-2510-239B779F0EDB}"/>
          </ac:spMkLst>
        </pc:spChg>
        <pc:spChg chg="add mod">
          <ac:chgData name="Наиля Мавлюдова" userId="946b87bdd2203ae6" providerId="LiveId" clId="{73145087-42E6-4956-A42E-4DBC1300D946}" dt="2026-08-30T11:39:46.956" v="650" actId="1076"/>
          <ac:spMkLst>
            <pc:docMk/>
            <pc:sldMk cId="2683927019" sldId="339"/>
            <ac:spMk id="31" creationId="{535560BC-B411-F03B-0AE1-3AB387E78AE6}"/>
          </ac:spMkLst>
        </pc:spChg>
        <pc:spChg chg="add mod">
          <ac:chgData name="Наиля Мавлюдова" userId="946b87bdd2203ae6" providerId="LiveId" clId="{73145087-42E6-4956-A42E-4DBC1300D946}" dt="2026-08-30T11:39:44.436" v="649" actId="1076"/>
          <ac:spMkLst>
            <pc:docMk/>
            <pc:sldMk cId="2683927019" sldId="339"/>
            <ac:spMk id="32" creationId="{DFECB10E-92DA-7FD4-303E-B739D0FD93CE}"/>
          </ac:spMkLst>
        </pc:spChg>
        <pc:spChg chg="add mod">
          <ac:chgData name="Наиля Мавлюдова" userId="946b87bdd2203ae6" providerId="LiveId" clId="{73145087-42E6-4956-A42E-4DBC1300D946}" dt="2026-08-30T11:39:40.805" v="648" actId="14100"/>
          <ac:spMkLst>
            <pc:docMk/>
            <pc:sldMk cId="2683927019" sldId="339"/>
            <ac:spMk id="33" creationId="{678D086C-287E-FF17-EA32-8F462CE31AC3}"/>
          </ac:spMkLst>
        </pc:spChg>
        <pc:spChg chg="add mod">
          <ac:chgData name="Наиля Мавлюдова" userId="946b87bdd2203ae6" providerId="LiveId" clId="{73145087-42E6-4956-A42E-4DBC1300D946}" dt="2026-08-30T11:39:25.501" v="644" actId="1076"/>
          <ac:spMkLst>
            <pc:docMk/>
            <pc:sldMk cId="2683927019" sldId="339"/>
            <ac:spMk id="34" creationId="{8ACDFF77-4877-75CC-1FD2-D91836FD4B3C}"/>
          </ac:spMkLst>
        </pc:spChg>
        <pc:spChg chg="add mod">
          <ac:chgData name="Наиля Мавлюдова" userId="946b87bdd2203ae6" providerId="LiveId" clId="{73145087-42E6-4956-A42E-4DBC1300D946}" dt="2026-08-30T11:39:25.501" v="644" actId="1076"/>
          <ac:spMkLst>
            <pc:docMk/>
            <pc:sldMk cId="2683927019" sldId="339"/>
            <ac:spMk id="35" creationId="{42D7B4CC-3E3D-F1F5-79D1-E1C43D02EA66}"/>
          </ac:spMkLst>
        </pc:spChg>
        <pc:spChg chg="add mod">
          <ac:chgData name="Наиля Мавлюдова" userId="946b87bdd2203ae6" providerId="LiveId" clId="{73145087-42E6-4956-A42E-4DBC1300D946}" dt="2026-08-30T11:39:25.501" v="644" actId="1076"/>
          <ac:spMkLst>
            <pc:docMk/>
            <pc:sldMk cId="2683927019" sldId="339"/>
            <ac:spMk id="36" creationId="{74A51BA7-783C-77DE-0570-5050BF820F37}"/>
          </ac:spMkLst>
        </pc:spChg>
        <pc:spChg chg="add mod">
          <ac:chgData name="Наиля Мавлюдова" userId="946b87bdd2203ae6" providerId="LiveId" clId="{73145087-42E6-4956-A42E-4DBC1300D946}" dt="2026-08-30T11:39:18.276" v="643" actId="1076"/>
          <ac:spMkLst>
            <pc:docMk/>
            <pc:sldMk cId="2683927019" sldId="339"/>
            <ac:spMk id="37" creationId="{A41F6121-B5BC-5E3F-7FF6-A0BC0D8245EA}"/>
          </ac:spMkLst>
        </pc:spChg>
        <pc:spChg chg="add mod">
          <ac:chgData name="Наиля Мавлюдова" userId="946b87bdd2203ae6" providerId="LiveId" clId="{73145087-42E6-4956-A42E-4DBC1300D946}" dt="2026-08-30T11:39:18.276" v="643" actId="1076"/>
          <ac:spMkLst>
            <pc:docMk/>
            <pc:sldMk cId="2683927019" sldId="339"/>
            <ac:spMk id="38" creationId="{DE7E27F9-B3FC-0D49-F650-A940F4AE082B}"/>
          </ac:spMkLst>
        </pc:spChg>
        <pc:spChg chg="add mod">
          <ac:chgData name="Наиля Мавлюдова" userId="946b87bdd2203ae6" providerId="LiveId" clId="{73145087-42E6-4956-A42E-4DBC1300D946}" dt="2026-08-30T11:39:18.276" v="643" actId="1076"/>
          <ac:spMkLst>
            <pc:docMk/>
            <pc:sldMk cId="2683927019" sldId="339"/>
            <ac:spMk id="39" creationId="{3DD28862-B16C-04EA-24C1-389C2159ECB7}"/>
          </ac:spMkLst>
        </pc:spChg>
      </pc:sldChg>
      <pc:sldChg chg="add del">
        <pc:chgData name="Наиля Мавлюдова" userId="946b87bdd2203ae6" providerId="LiveId" clId="{73145087-42E6-4956-A42E-4DBC1300D946}" dt="2026-08-30T11:43:47.625" v="651" actId="47"/>
        <pc:sldMkLst>
          <pc:docMk/>
          <pc:sldMk cId="2279645747" sldId="340"/>
        </pc:sldMkLst>
      </pc:sldChg>
      <pc:sldChg chg="add del">
        <pc:chgData name="Наиля Мавлюдова" userId="946b87bdd2203ae6" providerId="LiveId" clId="{73145087-42E6-4956-A42E-4DBC1300D946}" dt="2026-08-30T11:43:48.092" v="652" actId="47"/>
        <pc:sldMkLst>
          <pc:docMk/>
          <pc:sldMk cId="2815144677" sldId="341"/>
        </pc:sldMkLst>
      </pc:sldChg>
      <pc:sldChg chg="add del">
        <pc:chgData name="Наиля Мавлюдова" userId="946b87bdd2203ae6" providerId="LiveId" clId="{73145087-42E6-4956-A42E-4DBC1300D946}" dt="2026-08-30T11:43:48.729" v="653" actId="47"/>
        <pc:sldMkLst>
          <pc:docMk/>
          <pc:sldMk cId="1521149170" sldId="342"/>
        </pc:sldMkLst>
      </pc:sldChg>
      <pc:sldChg chg="add del">
        <pc:chgData name="Наиля Мавлюдова" userId="946b87bdd2203ae6" providerId="LiveId" clId="{73145087-42E6-4956-A42E-4DBC1300D946}" dt="2026-08-30T11:43:49.521" v="654" actId="47"/>
        <pc:sldMkLst>
          <pc:docMk/>
          <pc:sldMk cId="380854274" sldId="343"/>
        </pc:sldMkLst>
      </pc:sldChg>
      <pc:sldChg chg="addSp delSp modSp new mod modAnim">
        <pc:chgData name="Наиля Мавлюдова" userId="946b87bdd2203ae6" providerId="LiveId" clId="{73145087-42E6-4956-A42E-4DBC1300D946}" dt="2026-08-30T11:24:08.436" v="382" actId="1076"/>
        <pc:sldMkLst>
          <pc:docMk/>
          <pc:sldMk cId="1169281348" sldId="344"/>
        </pc:sldMkLst>
        <pc:spChg chg="add mod">
          <ac:chgData name="Наиля Мавлюдова" userId="946b87bdd2203ae6" providerId="LiveId" clId="{73145087-42E6-4956-A42E-4DBC1300D946}" dt="2026-08-30T11:16:35.809" v="280" actId="1076"/>
          <ac:spMkLst>
            <pc:docMk/>
            <pc:sldMk cId="1169281348" sldId="344"/>
            <ac:spMk id="3" creationId="{9C4A8CA4-4ADD-D544-24A6-517F526E0EFB}"/>
          </ac:spMkLst>
        </pc:spChg>
        <pc:spChg chg="add mod">
          <ac:chgData name="Наиля Мавлюдова" userId="946b87bdd2203ae6" providerId="LiveId" clId="{73145087-42E6-4956-A42E-4DBC1300D946}" dt="2026-08-30T11:16:53.038" v="286" actId="14100"/>
          <ac:spMkLst>
            <pc:docMk/>
            <pc:sldMk cId="1169281348" sldId="344"/>
            <ac:spMk id="10" creationId="{63268345-7FAF-B659-D076-5C0D05619C0D}"/>
          </ac:spMkLst>
        </pc:spChg>
        <pc:spChg chg="add">
          <ac:chgData name="Наиля Мавлюдова" userId="946b87bdd2203ae6" providerId="LiveId" clId="{73145087-42E6-4956-A42E-4DBC1300D946}" dt="2026-08-30T11:17:00.613" v="287"/>
          <ac:spMkLst>
            <pc:docMk/>
            <pc:sldMk cId="1169281348" sldId="344"/>
            <ac:spMk id="11" creationId="{7F07FD5B-4372-386B-DA2E-7FE9DC2BF1FD}"/>
          </ac:spMkLst>
        </pc:spChg>
        <pc:spChg chg="add">
          <ac:chgData name="Наиля Мавлюдова" userId="946b87bdd2203ae6" providerId="LiveId" clId="{73145087-42E6-4956-A42E-4DBC1300D946}" dt="2026-08-30T11:17:02.988" v="288"/>
          <ac:spMkLst>
            <pc:docMk/>
            <pc:sldMk cId="1169281348" sldId="344"/>
            <ac:spMk id="12" creationId="{E08F9D8F-ECB1-B23E-3434-2D2734D55185}"/>
          </ac:spMkLst>
        </pc:spChg>
        <pc:spChg chg="add mod">
          <ac:chgData name="Наиля Мавлюдова" userId="946b87bdd2203ae6" providerId="LiveId" clId="{73145087-42E6-4956-A42E-4DBC1300D946}" dt="2026-08-30T11:17:24.827" v="294" actId="1076"/>
          <ac:spMkLst>
            <pc:docMk/>
            <pc:sldMk cId="1169281348" sldId="344"/>
            <ac:spMk id="13" creationId="{B73A2711-2B72-1EDA-4CE0-7C473B15924F}"/>
          </ac:spMkLst>
        </pc:spChg>
        <pc:spChg chg="add mod">
          <ac:chgData name="Наиля Мавлюдова" userId="946b87bdd2203ae6" providerId="LiveId" clId="{73145087-42E6-4956-A42E-4DBC1300D946}" dt="2026-08-30T11:19:52.535" v="337" actId="6549"/>
          <ac:spMkLst>
            <pc:docMk/>
            <pc:sldMk cId="1169281348" sldId="344"/>
            <ac:spMk id="15" creationId="{36B98036-2F19-1E8B-2D15-ACD00A6C7188}"/>
          </ac:spMkLst>
        </pc:spChg>
        <pc:spChg chg="add mod">
          <ac:chgData name="Наиля Мавлюдова" userId="946b87bdd2203ae6" providerId="LiveId" clId="{73145087-42E6-4956-A42E-4DBC1300D946}" dt="2026-08-30T11:23:57.296" v="377" actId="1076"/>
          <ac:spMkLst>
            <pc:docMk/>
            <pc:sldMk cId="1169281348" sldId="344"/>
            <ac:spMk id="16" creationId="{66294563-848D-484E-0388-03226EB5D763}"/>
          </ac:spMkLst>
        </pc:spChg>
        <pc:spChg chg="add mod">
          <ac:chgData name="Наиля Мавлюдова" userId="946b87bdd2203ae6" providerId="LiveId" clId="{73145087-42E6-4956-A42E-4DBC1300D946}" dt="2026-08-30T11:23:57.296" v="377" actId="1076"/>
          <ac:spMkLst>
            <pc:docMk/>
            <pc:sldMk cId="1169281348" sldId="344"/>
            <ac:spMk id="17" creationId="{0788B47F-58F7-E465-F210-E313F87930D3}"/>
          </ac:spMkLst>
        </pc:spChg>
        <pc:spChg chg="add mod ord">
          <ac:chgData name="Наиля Мавлюдова" userId="946b87bdd2203ae6" providerId="LiveId" clId="{73145087-42E6-4956-A42E-4DBC1300D946}" dt="2026-08-30T11:23:57.296" v="377" actId="1076"/>
          <ac:spMkLst>
            <pc:docMk/>
            <pc:sldMk cId="1169281348" sldId="344"/>
            <ac:spMk id="18" creationId="{03CD998C-3741-A331-5048-84CDD1D31D2E}"/>
          </ac:spMkLst>
        </pc:spChg>
        <pc:spChg chg="add mod">
          <ac:chgData name="Наиля Мавлюдова" userId="946b87bdd2203ae6" providerId="LiveId" clId="{73145087-42E6-4956-A42E-4DBC1300D946}" dt="2026-08-30T11:20:18.074" v="350" actId="1076"/>
          <ac:spMkLst>
            <pc:docMk/>
            <pc:sldMk cId="1169281348" sldId="344"/>
            <ac:spMk id="19" creationId="{7FB74263-E7C8-E33C-AFDF-A1E111337ED2}"/>
          </ac:spMkLst>
        </pc:spChg>
        <pc:spChg chg="add mod">
          <ac:chgData name="Наиля Мавлюдова" userId="946b87bdd2203ae6" providerId="LiveId" clId="{73145087-42E6-4956-A42E-4DBC1300D946}" dt="2026-08-30T11:24:06.021" v="381" actId="1076"/>
          <ac:spMkLst>
            <pc:docMk/>
            <pc:sldMk cId="1169281348" sldId="344"/>
            <ac:spMk id="22" creationId="{F059650D-9B8F-C8CE-C81D-97BF2B0A7A83}"/>
          </ac:spMkLst>
        </pc:spChg>
        <pc:spChg chg="add mod">
          <ac:chgData name="Наиля Мавлюдова" userId="946b87bdd2203ae6" providerId="LiveId" clId="{73145087-42E6-4956-A42E-4DBC1300D946}" dt="2026-08-30T11:24:08.436" v="382" actId="1076"/>
          <ac:spMkLst>
            <pc:docMk/>
            <pc:sldMk cId="1169281348" sldId="344"/>
            <ac:spMk id="23" creationId="{97C1C655-62BD-A192-1825-48D90289949C}"/>
          </ac:spMkLst>
        </pc:spChg>
        <pc:spChg chg="add mod">
          <ac:chgData name="Наиля Мавлюдова" userId="946b87bdd2203ae6" providerId="LiveId" clId="{73145087-42E6-4956-A42E-4DBC1300D946}" dt="2026-08-30T11:23:42.091" v="372" actId="1076"/>
          <ac:spMkLst>
            <pc:docMk/>
            <pc:sldMk cId="1169281348" sldId="344"/>
            <ac:spMk id="24" creationId="{E39DC9A3-0308-F4A2-7736-75EC1522B942}"/>
          </ac:spMkLst>
        </pc:spChg>
        <pc:grpChg chg="add mod">
          <ac:chgData name="Наиля Мавлюдова" userId="946b87bdd2203ae6" providerId="LiveId" clId="{73145087-42E6-4956-A42E-4DBC1300D946}" dt="2026-08-30T11:16:40.338" v="281"/>
          <ac:grpSpMkLst>
            <pc:docMk/>
            <pc:sldMk cId="1169281348" sldId="344"/>
            <ac:grpSpMk id="4" creationId="{AD2A8145-9864-7CC7-5742-B3FCEAE2E64E}"/>
          </ac:grpSpMkLst>
        </pc:grpChg>
        <pc:picChg chg="add mod">
          <ac:chgData name="Наиля Мавлюдова" userId="946b87bdd2203ae6" providerId="LiveId" clId="{73145087-42E6-4956-A42E-4DBC1300D946}" dt="2026-08-30T11:16:40.338" v="281"/>
          <ac:picMkLst>
            <pc:docMk/>
            <pc:sldMk cId="1169281348" sldId="344"/>
            <ac:picMk id="8" creationId="{D5F2E5C6-8226-3EF1-0F52-CAEFE956A416}"/>
          </ac:picMkLst>
        </pc:picChg>
        <pc:picChg chg="add del mod">
          <ac:chgData name="Наиля Мавлюдова" userId="946b87bdd2203ae6" providerId="LiveId" clId="{73145087-42E6-4956-A42E-4DBC1300D946}" dt="2026-08-30T11:23:24.723" v="368" actId="478"/>
          <ac:picMkLst>
            <pc:docMk/>
            <pc:sldMk cId="1169281348" sldId="344"/>
            <ac:picMk id="21" creationId="{4BB32CC1-EF4B-40FE-C4C3-C1B24244280D}"/>
          </ac:picMkLst>
        </pc:picChg>
        <pc:cxnChg chg="mod">
          <ac:chgData name="Наиля Мавлюдова" userId="946b87bdd2203ae6" providerId="LiveId" clId="{73145087-42E6-4956-A42E-4DBC1300D946}" dt="2026-08-30T11:16:40.338" v="281"/>
          <ac:cxnSpMkLst>
            <pc:docMk/>
            <pc:sldMk cId="1169281348" sldId="344"/>
            <ac:cxnSpMk id="5" creationId="{9A2652B2-85A0-45AD-1D44-1476EBAD9105}"/>
          </ac:cxnSpMkLst>
        </pc:cxnChg>
        <pc:cxnChg chg="mod">
          <ac:chgData name="Наиля Мавлюдова" userId="946b87bdd2203ae6" providerId="LiveId" clId="{73145087-42E6-4956-A42E-4DBC1300D946}" dt="2026-08-30T11:16:40.338" v="281"/>
          <ac:cxnSpMkLst>
            <pc:docMk/>
            <pc:sldMk cId="1169281348" sldId="344"/>
            <ac:cxnSpMk id="6" creationId="{E4CD8C9A-58BE-F433-FECA-FF7B42A5A323}"/>
          </ac:cxnSpMkLst>
        </pc:cxnChg>
        <pc:cxnChg chg="mod">
          <ac:chgData name="Наиля Мавлюдова" userId="946b87bdd2203ae6" providerId="LiveId" clId="{73145087-42E6-4956-A42E-4DBC1300D946}" dt="2026-08-30T11:16:40.338" v="281"/>
          <ac:cxnSpMkLst>
            <pc:docMk/>
            <pc:sldMk cId="1169281348" sldId="344"/>
            <ac:cxnSpMk id="7" creationId="{E612EBF7-6263-DC43-10A4-39C13D3C10B2}"/>
          </ac:cxnSpMkLst>
        </pc:cxnChg>
      </pc:sldChg>
      <pc:sldChg chg="new del">
        <pc:chgData name="Наиля Мавлюдова" userId="946b87bdd2203ae6" providerId="LiveId" clId="{73145087-42E6-4956-A42E-4DBC1300D946}" dt="2026-08-30T11:02:48.492" v="121" actId="47"/>
        <pc:sldMkLst>
          <pc:docMk/>
          <pc:sldMk cId="2925430828" sldId="344"/>
        </pc:sldMkLst>
      </pc:sldChg>
      <pc:sldMasterChg chg="del delSldLayout">
        <pc:chgData name="Наиля Мавлюдова" userId="946b87bdd2203ae6" providerId="LiveId" clId="{73145087-42E6-4956-A42E-4DBC1300D946}" dt="2026-08-30T10:36:02.258" v="7" actId="700"/>
        <pc:sldMasterMkLst>
          <pc:docMk/>
          <pc:sldMasterMk cId="1580648385" sldId="2147483648"/>
        </pc:sldMasterMkLst>
        <pc:sldLayoutChg chg="del">
          <pc:chgData name="Наиля Мавлюдова" userId="946b87bdd2203ae6" providerId="LiveId" clId="{73145087-42E6-4956-A42E-4DBC1300D946}" dt="2026-08-30T10:36:02.258" v="7" actId="700"/>
          <pc:sldLayoutMkLst>
            <pc:docMk/>
            <pc:sldMasterMk cId="1580648385" sldId="2147483648"/>
            <pc:sldLayoutMk cId="3783879702" sldId="2147483649"/>
          </pc:sldLayoutMkLst>
        </pc:sldLayoutChg>
        <pc:sldLayoutChg chg="del">
          <pc:chgData name="Наиля Мавлюдова" userId="946b87bdd2203ae6" providerId="LiveId" clId="{73145087-42E6-4956-A42E-4DBC1300D946}" dt="2026-08-30T10:36:02.258" v="7" actId="700"/>
          <pc:sldLayoutMkLst>
            <pc:docMk/>
            <pc:sldMasterMk cId="1580648385" sldId="2147483648"/>
            <pc:sldLayoutMk cId="2369767965" sldId="2147483650"/>
          </pc:sldLayoutMkLst>
        </pc:sldLayoutChg>
        <pc:sldLayoutChg chg="del">
          <pc:chgData name="Наиля Мавлюдова" userId="946b87bdd2203ae6" providerId="LiveId" clId="{73145087-42E6-4956-A42E-4DBC1300D946}" dt="2026-08-30T10:36:02.258" v="7" actId="700"/>
          <pc:sldLayoutMkLst>
            <pc:docMk/>
            <pc:sldMasterMk cId="1580648385" sldId="2147483648"/>
            <pc:sldLayoutMk cId="3030553667" sldId="2147483651"/>
          </pc:sldLayoutMkLst>
        </pc:sldLayoutChg>
        <pc:sldLayoutChg chg="del">
          <pc:chgData name="Наиля Мавлюдова" userId="946b87bdd2203ae6" providerId="LiveId" clId="{73145087-42E6-4956-A42E-4DBC1300D946}" dt="2026-08-30T10:36:02.258" v="7" actId="700"/>
          <pc:sldLayoutMkLst>
            <pc:docMk/>
            <pc:sldMasterMk cId="1580648385" sldId="2147483648"/>
            <pc:sldLayoutMk cId="2868268266" sldId="2147483652"/>
          </pc:sldLayoutMkLst>
        </pc:sldLayoutChg>
        <pc:sldLayoutChg chg="del">
          <pc:chgData name="Наиля Мавлюдова" userId="946b87bdd2203ae6" providerId="LiveId" clId="{73145087-42E6-4956-A42E-4DBC1300D946}" dt="2026-08-30T10:36:02.258" v="7" actId="700"/>
          <pc:sldLayoutMkLst>
            <pc:docMk/>
            <pc:sldMasterMk cId="1580648385" sldId="2147483648"/>
            <pc:sldLayoutMk cId="1396205862" sldId="2147483653"/>
          </pc:sldLayoutMkLst>
        </pc:sldLayoutChg>
        <pc:sldLayoutChg chg="del">
          <pc:chgData name="Наиля Мавлюдова" userId="946b87bdd2203ae6" providerId="LiveId" clId="{73145087-42E6-4956-A42E-4DBC1300D946}" dt="2026-08-30T10:36:02.258" v="7" actId="700"/>
          <pc:sldLayoutMkLst>
            <pc:docMk/>
            <pc:sldMasterMk cId="1580648385" sldId="2147483648"/>
            <pc:sldLayoutMk cId="775169845" sldId="2147483654"/>
          </pc:sldLayoutMkLst>
        </pc:sldLayoutChg>
        <pc:sldLayoutChg chg="del">
          <pc:chgData name="Наиля Мавлюдова" userId="946b87bdd2203ae6" providerId="LiveId" clId="{73145087-42E6-4956-A42E-4DBC1300D946}" dt="2026-08-30T10:36:02.258" v="7" actId="700"/>
          <pc:sldLayoutMkLst>
            <pc:docMk/>
            <pc:sldMasterMk cId="1580648385" sldId="2147483648"/>
            <pc:sldLayoutMk cId="2549289709" sldId="2147483655"/>
          </pc:sldLayoutMkLst>
        </pc:sldLayoutChg>
        <pc:sldLayoutChg chg="del">
          <pc:chgData name="Наиля Мавлюдова" userId="946b87bdd2203ae6" providerId="LiveId" clId="{73145087-42E6-4956-A42E-4DBC1300D946}" dt="2026-08-30T10:36:02.258" v="7" actId="700"/>
          <pc:sldLayoutMkLst>
            <pc:docMk/>
            <pc:sldMasterMk cId="1580648385" sldId="2147483648"/>
            <pc:sldLayoutMk cId="2692999726" sldId="2147483656"/>
          </pc:sldLayoutMkLst>
        </pc:sldLayoutChg>
        <pc:sldLayoutChg chg="del">
          <pc:chgData name="Наиля Мавлюдова" userId="946b87bdd2203ae6" providerId="LiveId" clId="{73145087-42E6-4956-A42E-4DBC1300D946}" dt="2026-08-30T10:36:02.258" v="7" actId="700"/>
          <pc:sldLayoutMkLst>
            <pc:docMk/>
            <pc:sldMasterMk cId="1580648385" sldId="2147483648"/>
            <pc:sldLayoutMk cId="3455839113" sldId="2147483657"/>
          </pc:sldLayoutMkLst>
        </pc:sldLayoutChg>
        <pc:sldLayoutChg chg="del">
          <pc:chgData name="Наиля Мавлюдова" userId="946b87bdd2203ae6" providerId="LiveId" clId="{73145087-42E6-4956-A42E-4DBC1300D946}" dt="2026-08-30T10:36:02.258" v="7" actId="700"/>
          <pc:sldLayoutMkLst>
            <pc:docMk/>
            <pc:sldMasterMk cId="1580648385" sldId="2147483648"/>
            <pc:sldLayoutMk cId="2113834067" sldId="2147483658"/>
          </pc:sldLayoutMkLst>
        </pc:sldLayoutChg>
        <pc:sldLayoutChg chg="del">
          <pc:chgData name="Наиля Мавлюдова" userId="946b87bdd2203ae6" providerId="LiveId" clId="{73145087-42E6-4956-A42E-4DBC1300D946}" dt="2026-08-30T10:36:02.258" v="7" actId="700"/>
          <pc:sldLayoutMkLst>
            <pc:docMk/>
            <pc:sldMasterMk cId="1580648385" sldId="2147483648"/>
            <pc:sldLayoutMk cId="1541410312" sldId="2147483659"/>
          </pc:sldLayoutMkLst>
        </pc:sldLayoutChg>
      </pc:sldMasterChg>
    </pc:docChg>
  </pc:docChgLst>
  <pc:docChgLst>
    <pc:chgData name="Наиля Мавлюдова" userId="946b87bdd2203ae6" providerId="LiveId" clId="{FC79A347-934A-43E8-84BA-AA7760510E9F}"/>
    <pc:docChg chg="undo custSel addSld delSld modSld">
      <pc:chgData name="Наиля Мавлюдова" userId="946b87bdd2203ae6" providerId="LiveId" clId="{FC79A347-934A-43E8-84BA-AA7760510E9F}" dt="2026-09-23T06:23:31.036" v="7" actId="47"/>
      <pc:docMkLst>
        <pc:docMk/>
      </pc:docMkLst>
      <pc:sldChg chg="modSp add del mod setBg">
        <pc:chgData name="Наиля Мавлюдова" userId="946b87bdd2203ae6" providerId="LiveId" clId="{FC79A347-934A-43E8-84BA-AA7760510E9F}" dt="2026-09-23T06:23:27.476" v="6" actId="403"/>
        <pc:sldMkLst>
          <pc:docMk/>
          <pc:sldMk cId="0" sldId="256"/>
        </pc:sldMkLst>
        <pc:spChg chg="mod">
          <ac:chgData name="Наиля Мавлюдова" userId="946b87bdd2203ae6" providerId="LiveId" clId="{FC79A347-934A-43E8-84BA-AA7760510E9F}" dt="2026-09-23T06:23:27.476" v="6" actId="403"/>
          <ac:spMkLst>
            <pc:docMk/>
            <pc:sldMk cId="0" sldId="256"/>
            <ac:spMk id="88" creationId="{00000000-0000-0000-0000-000000000000}"/>
          </ac:spMkLst>
        </pc:spChg>
      </pc:sldChg>
      <pc:sldChg chg="del">
        <pc:chgData name="Наиля Мавлюдова" userId="946b87bdd2203ae6" providerId="LiveId" clId="{FC79A347-934A-43E8-84BA-AA7760510E9F}" dt="2026-09-23T06:23:31.036" v="7" actId="47"/>
        <pc:sldMkLst>
          <pc:docMk/>
          <pc:sldMk cId="2254807987" sldId="33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82E56-5BF6-408E-BC16-C61090254456}" type="datetimeFigureOut">
              <a:rPr lang="ru-RU" smtClean="0"/>
              <a:t>24.09.26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94381A-66E4-4A02-9150-839C107294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029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Практически любая программа обрабатывает данные: выполняет математические расчёты, изменяет значения переменных, сравнивает результаты и формирует новые данные. Для этого в языке C# используются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операторы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выражения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Именно они являются основой большинства программ.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Любое вычисление строится на двух основных элементах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операндах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операторах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Операндами являются значения, с которыми выполняются действия. Это могут быть числа, переменные, константы или результаты других выражений.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Оператор определяет действие, которое необходимо выполнить над операндами. Только совместная работа операторов и операндов позволяет программе выполнять вычисления и получать новые значения.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Самыми распространёнными являются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арифметические операторы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В языке C# используются операции сложения, вычитания, умножения, деления и вычисления остатка от деления. Они применяются практически в каждой программе: при вычислении площади, подсчёте стоимости покупки, обработке оценок, расчёте процентов и во многих других задачах. Особое внимание следует обратить на оператор остатка от деления %, который часто используется для проверки чётности чисел и решения различных алгоритмических задач.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Следующее важное понятие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выражение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Выражение представляет собой комбинацию операндов и операторов, которая после вычисления возвращает некоторое значение.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 result = (a + b) * 2;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этом примере сначала вычисляется выражение в скобках, затем результат умножается на два, после чего полученное значение присваивается переменной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result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выражение всегда можно рассматривать как некоторый вычисляемый результат, который программа получает в процессе своей работы.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Отдельно необходимо рассмотреть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оператор присваивания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(=).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программировании знак равенства не означает математическое равенство. Его задача — сохранить результат вычисления в переменной.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number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10;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number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number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+ 5;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вычисляется выражение, расположенное справа от знака равенства, и только затем полученное значение записывается в переменную слева.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оператор присваивания имеет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самый низкий приоритет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среди основных операторов: сначала выполняются все вычисления, и только после этого происходит присваивание результата переменной.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625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недостаточно знать, какие операции существуют. Не менее важно понимать,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каком порядке компьютер выполняет вычисления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Именно от этого зависит конечный результат программы. Неправильно составленное выражение может привести к ошибочным вычислениям, даже если используются правильные операторы. Поэтому каждому программисту необходимо знать правила приоритета операций.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Посмотрим на два похожих выражения.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Первое: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(10 + 5) * 2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 + 5 * 2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первый взгляд они отличаются только наличием скобок, однако результаты вычислений будут разными.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первом случае сначала выполняется сложение в скобках, после чего результат умножается на два.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втором случае сначала выполняется умножение, поскольку оно имеет более высокий приоритет, и только затем происходит сложение.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Этот простой пример показывает, насколько важно учитывать порядок выполнения операций. Если программист не знает правил приоритета, программа может выдавать неожиданные результаты.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языке C#, как и в большинстве других языков программирования, существует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таблица приоритетов операторов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Наивысший приоритет имеют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скобки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Всё, что находится внутри скобок, вычисляется раньше остальных операций. Именно поэтому использование скобок считается самым надёжным способом явно указать программе желаемый порядок вычислений.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Следующими по приоритету идут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унарные операторы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затем выполняются операции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умножения, деления и вычисления остатка от деления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После них выполняются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сложение и вычитание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самым последним выполняется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оператор присваивания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который записывает уже вычисленный результат в переменную.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Кроме приоритета существует ещё одно важное понятие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ассоциативность операторов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Ассоциативность определяет,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каком направлении выполняются операции одинакового приоритета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Большинство арифметических операторов в C# вычисляются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слева направо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если в выражении подряд записано несколько операций сложения или вычитания, они будут выполняться именно в таком порядке.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существуют исключения.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 ним относятся унарные операторы и операторы присваивания. Для них вычисления происходят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справа налево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937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102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Постфиксная форма x++</a:t>
            </a:r>
          </a:p>
          <a:p>
            <a:r>
              <a:rPr lang="ru-RU" dirty="0"/>
              <a:t>Постфикс можно запомнить так:</a:t>
            </a:r>
          </a:p>
          <a:p>
            <a:r>
              <a:rPr lang="ru-RU" b="1" dirty="0"/>
              <a:t>Сначала используй текущее значение, потом увеличь переменную.</a:t>
            </a:r>
            <a:endParaRPr lang="ru-RU" dirty="0"/>
          </a:p>
          <a:p>
            <a:r>
              <a:rPr lang="ru-RU" dirty="0"/>
              <a:t>Рассмотрим:</a:t>
            </a:r>
          </a:p>
          <a:p>
            <a:pPr rtl="0"/>
            <a:r>
              <a:rPr lang="ru-RU" dirty="0" err="1"/>
              <a:t>int</a:t>
            </a:r>
            <a:r>
              <a:rPr lang="ru-RU" dirty="0"/>
              <a:t> x = 5; </a:t>
            </a:r>
            <a:r>
              <a:rPr lang="ru-RU" dirty="0" err="1"/>
              <a:t>int</a:t>
            </a:r>
            <a:r>
              <a:rPr lang="ru-RU" dirty="0"/>
              <a:t> y = x++;</a:t>
            </a:r>
          </a:p>
          <a:p>
            <a:r>
              <a:rPr lang="ru-RU" dirty="0"/>
              <a:t>Здесь происходят два действия.</a:t>
            </a:r>
          </a:p>
          <a:p>
            <a:r>
              <a:rPr lang="ru-RU" dirty="0"/>
              <a:t>Сначала в выражение возвращается </a:t>
            </a:r>
            <a:r>
              <a:rPr lang="ru-RU" b="1" dirty="0"/>
              <a:t>старое значение x</a:t>
            </a:r>
            <a:r>
              <a:rPr lang="ru-RU" dirty="0"/>
              <a:t>:</a:t>
            </a:r>
          </a:p>
          <a:p>
            <a:pPr rtl="0"/>
            <a:r>
              <a:rPr lang="ru-RU" dirty="0" err="1"/>
              <a:t>int</a:t>
            </a:r>
            <a:r>
              <a:rPr lang="ru-RU" dirty="0"/>
              <a:t> y = 5;</a:t>
            </a:r>
          </a:p>
          <a:p>
            <a:r>
              <a:rPr lang="ru-RU" dirty="0"/>
              <a:t>После этого x увеличивается:</a:t>
            </a:r>
          </a:p>
          <a:p>
            <a:pPr rtl="0"/>
            <a:r>
              <a:rPr lang="ru-RU" dirty="0"/>
              <a:t>x = 6;</a:t>
            </a:r>
          </a:p>
          <a:p>
            <a:r>
              <a:rPr lang="ru-RU" dirty="0"/>
              <a:t>В итоге:</a:t>
            </a:r>
          </a:p>
          <a:p>
            <a:pPr rtl="0"/>
            <a:r>
              <a:rPr lang="ru-RU" dirty="0"/>
              <a:t>x = 6 y = 5</a:t>
            </a:r>
          </a:p>
          <a:p>
            <a:pPr rtl="0"/>
            <a:endParaRPr lang="ru-RU" dirty="0"/>
          </a:p>
          <a:p>
            <a:r>
              <a:rPr lang="ru-RU" dirty="0"/>
              <a:t>Префикс работает наоборот:</a:t>
            </a:r>
          </a:p>
          <a:p>
            <a:r>
              <a:rPr lang="ru-RU" b="1" dirty="0"/>
              <a:t>Сначала увеличь переменную, потом используй новое значение.</a:t>
            </a:r>
            <a:endParaRPr lang="ru-RU" dirty="0"/>
          </a:p>
          <a:p>
            <a:r>
              <a:rPr lang="ru-RU" dirty="0"/>
              <a:t>Например:</a:t>
            </a:r>
          </a:p>
          <a:p>
            <a:pPr rtl="0"/>
            <a:r>
              <a:rPr lang="ru-RU" dirty="0" err="1"/>
              <a:t>int</a:t>
            </a:r>
            <a:r>
              <a:rPr lang="ru-RU" dirty="0"/>
              <a:t> x = 5; </a:t>
            </a:r>
            <a:r>
              <a:rPr lang="ru-RU" dirty="0" err="1"/>
              <a:t>int</a:t>
            </a:r>
            <a:r>
              <a:rPr lang="ru-RU" dirty="0"/>
              <a:t> y = ++x;</a:t>
            </a:r>
          </a:p>
          <a:p>
            <a:r>
              <a:rPr lang="ru-RU" dirty="0"/>
              <a:t>Сначала:</a:t>
            </a:r>
          </a:p>
          <a:p>
            <a:pPr rtl="0"/>
            <a:r>
              <a:rPr lang="ru-RU" dirty="0"/>
              <a:t>x: 5 → 6</a:t>
            </a:r>
          </a:p>
          <a:p>
            <a:r>
              <a:rPr lang="ru-RU" dirty="0"/>
              <a:t>И только после этого новое значение используется при присваивании:</a:t>
            </a:r>
          </a:p>
          <a:p>
            <a:pPr rtl="0"/>
            <a:r>
              <a:rPr lang="ru-RU" dirty="0"/>
              <a:t>y = 6;</a:t>
            </a:r>
          </a:p>
          <a:p>
            <a:r>
              <a:rPr lang="ru-RU" dirty="0"/>
              <a:t>Получаем:</a:t>
            </a:r>
          </a:p>
          <a:p>
            <a:pPr rtl="0"/>
            <a:r>
              <a:rPr lang="ru-RU" dirty="0"/>
              <a:t>x = 6 y = 6</a:t>
            </a:r>
          </a:p>
          <a:p>
            <a:pPr rtl="0"/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32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Инкремент используется когда нам нужно 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значение переменной увеличить на единицу. А декремента наоборот уменьшить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4533E-B1B1-4D53-884D-0697CB01798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410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практике программы редко работают только с одним типом данных. Очень часто в одном выражении используются и целые, и дробные числа. Например, целое число может участвовать в вычислении вместе с числом типа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В таких ситуациях возникает вопрос: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какой тип будет иметь результат вычисления?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Чтобы избежать потери данных и обеспечить корректное выполнение программы, язык C# автоматически выполняет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неявное приведение типов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Это означает, что компилятор самостоятельно преобразует один тип данных в другой, если такое преобразование является безопасным и не приводит к потере информации.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10;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 d =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переменная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имеет 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переменная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Несмотря на различие типов, программа компилируется без ошибок. Компилятор автоматически преобразует целое число в дробное, поскольку 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способен хранить все значения типа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без потери точности.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Такое преобразование называется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расширяющим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расширяющем преобразовании значение переходит из типа с меньшим диапазоном или точностью в тип с большим диапазоном. Поэтому информация не теряется, и программисту не нужно выполнять никаких дополнительных действий.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показана последовательность расширения типов: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float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decimal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означает, что при совместном использовании этих типов компилятор автоматически приводит данные к более широкому типу.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если в одном выражении участвуют переменные типов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результат вычисления также будет иметь 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Это позволяет сохранить дробную часть результата и избежать потери точности.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существует и противоположная ситуация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сужающее преобразование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Оно возникает тогда, когда значение из более широкого типа необходимо поместить в тип с меньшим диапазоном.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 x = 3.99;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 y = (int)x;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этом случае дробная часть числа будет отброшена, и переменная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получит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Поскольку при таком преобразовании возможна потеря данных, компилятор требует, чтобы программист явно подтвердил своё намерение выполнить преобразование. Именно поэтому используется запись с указанием типа в круглых скобках. Подробнее механизм явного преобразования мы рассмотрим на следующем слайде.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один удобный инструмент языка C#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составные операторы присваивания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Они позволяют записывать вычисления более компактно.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 += 5;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Полностью эквивалентно записи: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 = x + 5;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Аналогично работают операторы: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-=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*=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/=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%=.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Использование таких операторов делает код короче, удобнее для чтения и уменьшает вероятность случайных ошибок при повторном указании имени переменной. Кроме того, компилятор автоматически следит за сохранением корректного типа данных.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23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Явное преобразование означает, что разработчик осознанно сообщает компилятору: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«Я понимаю возможные последствия и хочу выполнить преобразование»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этого перед значением в круглых скобках указывается тип, к которому необходимо привести данные.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 d = 9.7;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(int)d;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этой операции переменная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получит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Важно обратить внимание, что число не округляется до ближайшего целого, а именно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теряет дробную часть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Поэтому результатом станет не 10, а 9.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один пример связан с преобразованием между целочисленными типами.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long big = 1000;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short s = (short)big;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значение переменной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находится в диапазоне, который способен хранить тип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short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преобразование выполнится корректно.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если число окажется слишком большим, возможна потеря данных или получение неправильного результата.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компилятор требует явного указания такого преобразования.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Следует понимать, что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явное приведение отключает автоматическую проверку компилятора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Компилятор считает, что программист осознаёт возможные последствия и самостоятельно отвечает за правильность преобразования.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перед выполнением приведения необходимо убедиться, что значение действительно помещается в диапазон нового типа. В противном случае программа может работать некорректно.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приведены основные ситуации, когда используется явное преобразование.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Первая ситуация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сужение типа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преобразование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double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или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short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всех подобных случаях диапазон допустимых значений уменьшается, поэтому существует риск потери информации.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Вторая ситуация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потеря точности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преобразовании дробного числа в целое дробная часть просто отбрасывается.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99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Если преобразование пройдет неудачно, то исключения никакого не будет выброшено, просто метод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TryParse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возвратит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false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, а переменная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-apple-system"/>
              </a:rPr>
              <a:t>number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 будет содержать значение по умолчанию</a:t>
            </a:r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 (</a:t>
            </a: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равное 0). 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Метод </a:t>
            </a:r>
            <a:r>
              <a:rPr lang="ru-RU" dirty="0" err="1"/>
              <a:t>TryParse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 в C# безопасно преобразует строку в число (или другой тип), возвращая </a:t>
            </a:r>
            <a:r>
              <a:rPr lang="ru-RU" dirty="0" err="1"/>
              <a:t>true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/</a:t>
            </a:r>
            <a:r>
              <a:rPr lang="ru-RU" dirty="0" err="1"/>
              <a:t>false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 (успех/неудача) и помещая результат в выходной параметр (</a:t>
            </a:r>
            <a:r>
              <a:rPr lang="ru-RU" dirty="0" err="1"/>
              <a:t>out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), избегая исключений, что делает его предпочтительным для пользовательского ввода. 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ru-RU" b="1" i="0" dirty="0" err="1">
                <a:solidFill>
                  <a:srgbClr val="0A0A0A"/>
                </a:solidFill>
                <a:effectLst/>
                <a:latin typeface="Google Sans"/>
              </a:rPr>
              <a:t>out</a:t>
            </a:r>
            <a:r>
              <a:rPr lang="ru-RU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ru-RU" b="1" i="0" dirty="0" err="1">
                <a:solidFill>
                  <a:srgbClr val="0A0A0A"/>
                </a:solidFill>
                <a:effectLst/>
                <a:latin typeface="Google Sans"/>
              </a:rPr>
              <a:t>int</a:t>
            </a:r>
            <a:r>
              <a:rPr lang="ru-RU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ru-RU" b="1" i="0" dirty="0" err="1">
                <a:solidFill>
                  <a:srgbClr val="0A0A0A"/>
                </a:solidFill>
                <a:effectLst/>
                <a:latin typeface="Google Sans"/>
              </a:rPr>
              <a:t>result</a:t>
            </a:r>
            <a:r>
              <a:rPr lang="ru-RU" b="1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— это выходной параметр. Если преобразование успешно, в 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result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 будет записано число; если нет, 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result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 будет иметь значение по умолчанию (например, 0 для 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int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). </a:t>
            </a:r>
          </a:p>
          <a:p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Не выбрасывает исключение при ошибке, в отличие от 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Google Sans"/>
              </a:rPr>
              <a:t>int.Parse</a:t>
            </a:r>
            <a:r>
              <a:rPr lang="ru-RU" b="0" i="0" dirty="0">
                <a:solidFill>
                  <a:srgbClr val="0A0A0A"/>
                </a:solidFill>
                <a:effectLst/>
                <a:latin typeface="Google Sans"/>
              </a:rPr>
              <a:t>(), что делает код более надежным, особенно при работе с данными от пользователя. 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4533E-B1B1-4D53-884D-0697CB01798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639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Современный способ вывода данных в C#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интерполяция строк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позволяет вставлять значения переменных непосредственно внутрь строки.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этого перед строкой ставится символ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$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имя переменной или выражение записывается в фигурных скобках.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($"Сумма: {a + b}");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выполнения программы сначала вычисляется выражение внутри фигурных скобок, после чего его результат автоматически подставляется в строку.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Интерполяция делает код компактным и легко читаемым, поэтому сегодня именно этот способ считается основным при формировании строк.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 появления интерполяции строк широко использовались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плейсхолдеры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или позиционные заполнители.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строке указываются специальные обозначения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{0}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{1}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{2}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затем после строки перечисляются значения, которые необходимо подставить.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("{0} + {1} = {2}", a, b, a + b);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Число внутри фигурных скобок показывает номер аргумента, который будет подставлен в соответствующее место строки.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Несмотря на то что этот способ используется реже, его по-прежнему можно встретить в существующих проектах и документации, поэтому понимать его принцип работы полезно каждому разработчику.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Ещё один способ формирования строк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конкатенация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то есть объединение строк с помощью оператора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("Результат: " +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подход достаточно простой, однако при большом количестве переменных код становится менее читаемым.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в современных проектах чаще используют интерполяцию строк, которая делает запись короче и понятнее.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208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 этого момента мы выводили данные в самом простом виде. Однако в реальных программах этого часто недостаточно. Например, денежные суммы желательно отображать со знаком валюты, проценты — со знаком процента, а большие числа — с разделением разрядов. Такой вывод делает информацию более понятной и профессионально оформленной. Именно для этого в языке C# используются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форматные спецификаторы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Форматный спецификатор указывается после двоеточия внутри фигурных скобок и сообщает программе,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каком виде необходимо вывести значение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($"{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price:C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}");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или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("{0:C}", price);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обоих случаях число будет отображено как денежная сумма. Таким образом, само значение переменной не изменяется — изменяется только способ его отображения на экране.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Наиболее часто используются четыре форматных спецификатора.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1800" i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Currency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), который применяется для вывода денежных значений. Он автоматически добавляет символ валюты и форматирует число в соответствии с региональными настройками операционной системы.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1800" i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Fixed-point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). Он выводит число с фиксированным количеством знаков после запятой. Например, запись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F2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означает, что после запятой всегда будут отображаться два знака. Такой формат часто используется при выводе результатов измерений и вычислений.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Третий формат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1800" i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Percent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используется для отображения процентов. При выводе число автоматически умножается на сто и дополняется знаком процента.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значение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0,25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будет отображено как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25 %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Четвёртый формат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18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Number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предназначен для удобного отображения больших чисел. При использовании этого формата разряды автоматически разделяются, благодаря чему число становится значительно легче читать. Это особенно удобно при работе с денежными суммами, статистикой и большими количественными значениями.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внимание, что после буквы формата можно указать число.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F2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два знака после запятой;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без дробной части;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денежный формат без копеек.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программист может самостоятельно управлять точностью отображения чисел в зависимости от требований программы.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Подводя итог, можно сделать вывод, что форматные спецификаторы позволяют выводить одни и те же данные по-разному, не изменяя их значения. Они делают результаты вычислений более понятными и удобными для пользователя. Среди наиболее часто используемых форматов можно выделить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для денежных сумм,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для дробных чисел с фиксированной точностью,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для процентов и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N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для больших чисел с разделителями разрядов.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884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выводе большого количества данных часто возникает ещё одна задача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аккуратно расположить информацию по столбцам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Например, при выводе списка сотрудников, товаров, оценок студентов или результатов вычислений. Если значения имеют разную длину, без дополнительного форматирования таблица будет выглядеть неаккуратно и её станет сложно читать. Именно для этого используются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ширина полей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выравнивание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Общий синтаксис форматирования имеет вид: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{индекс,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ширина:формат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индекс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определяет номер выводимого значения,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ширина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задаёт минимальный размер поля в символах, 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формат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при необходимости определяет способ отображения числа. Благодаря такой записи можно одновременно управлять и расположением данных, и их внешним видом.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Ширина поля задаётся числом после запятой.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указано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положительное число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значение выравнивается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 правому краю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указано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отрицательное число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значение выравнивается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 левому краю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позволяет легко создавать ровные столбцы независимо от длины текста или числа.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этом важно помнить, что указанная ширина является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минимальной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значение окажется длиннее заданного размера, программа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обрежет его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автоматически расширит поле настолько, чтобы полностью вывести данные.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Благодаря этому информация не теряется, а оформление остаётся аккуратным.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пример вывода таблицы с данными сотрудников.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Посмотрим на одну из строк подробнее: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Console.WriteLine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("{0,-15} {1,10} {2,12:C}",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"Анна", 28, 85000);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Числа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-15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12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определяют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минимальную ширину поля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которое будет выделено для каждого значения.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-15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означает, что для первого значения будет выделено минимум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15 символов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текст будет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выровнен по левому краю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так как число отрицательное. 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означает, что для возраста будет выделено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 символов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число будет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выровнено по правому краю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поскольку ширина указана положительным числом. 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12:C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означает, что для заработной платы будет выделено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12 символов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значение будет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выровнено по правому краю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а спецификатор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дополнительно выведет число в формате денежной суммы.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если имя состоит всего из четырёх букв —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«Анна»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то после него программа автоматически добавит необходимое количество пробелов, чтобы общая ширина поля составила 15 символов. Благодаря этому следующий столбец всегда начинается в одном и том же месте.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Точно так же возраст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28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занимает всего два символа, но программа всё равно выделяет под него поле шириной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 символов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добавляя пробелы слева. Поэтому все значения возраста оказываются расположены строго друг под другом.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заработной платы выделяется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12 символов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Если число короткое, перед ним автоматически добавляются пробелы, а если длинное — оно полностью помещается в поле. При этом формат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выводит сумму как денежное значение с символом валюты.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Важно понимать, что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15, 10 и 12 — это не максимальная, а минимальная ширина поля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Если значение окажется длиннее, например очень длинная фамилия или большое число, программа не обрежет его, а автоматически расширит поле. Благодаря этому данные всегда отображаются полностью.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Этот пример показывает, что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выравнивание и форматные спецификаторы можно использовать одновременно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Использование ширины полей особенно полезно при создании консольных отчётов, таблиц, ведомостей, прайс-листов и других приложений, где необходимо вывести большое количество однотипной информации. Аккуратно оформленные данные легче читать, сравнивать и анализировать.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785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ru-RU" dirty="0"/>
              <a:t>3</a:t>
            </a:r>
          </a:p>
          <a:p>
            <a:pPr marL="228600" indent="-228600">
              <a:buAutoNum type="arabicPeriod"/>
            </a:pPr>
            <a:r>
              <a:rPr lang="ru-RU" dirty="0"/>
              <a:t>18</a:t>
            </a:r>
          </a:p>
          <a:p>
            <a:pPr marL="228600" indent="-228600">
              <a:buAutoNum type="arabicPeriod"/>
            </a:pPr>
            <a:r>
              <a:rPr lang="ru-RU" dirty="0"/>
              <a:t>28</a:t>
            </a:r>
          </a:p>
          <a:p>
            <a:pPr marL="228600" indent="-228600">
              <a:buAutoNum type="arabicPeriod"/>
            </a:pPr>
            <a:r>
              <a:rPr lang="ru-RU" dirty="0"/>
              <a:t>Ошибка, нельзя неявно привести тип </a:t>
            </a:r>
            <a:r>
              <a:rPr lang="en-US" dirty="0"/>
              <a:t>double </a:t>
            </a:r>
            <a:r>
              <a:rPr lang="ru-RU" dirty="0"/>
              <a:t>к типу </a:t>
            </a:r>
            <a:r>
              <a:rPr lang="en-US" dirty="0"/>
              <a:t>int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124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</a:t>
            </a:r>
            <a:r>
              <a:rPr lang="ru-RU" dirty="0"/>
              <a:t>%10</a:t>
            </a:r>
          </a:p>
          <a:p>
            <a:r>
              <a:rPr lang="ru-RU" dirty="0"/>
              <a:t>6</a:t>
            </a:r>
          </a:p>
          <a:p>
            <a:r>
              <a:rPr lang="fr-FR" dirty="0"/>
              <a:t>double average = (grade1 + grade2 + grade3) / 3.0;</a:t>
            </a:r>
            <a:r>
              <a:rPr lang="ru-RU" dirty="0"/>
              <a:t> приоритет / и целочисленное деление.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63133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сначала выполняется:</a:t>
            </a:r>
          </a:p>
          <a:p>
            <a:pPr rtl="0"/>
            <a:r>
              <a:rPr lang="ru-RU" dirty="0"/>
              <a:t>17 / 20</a:t>
            </a:r>
          </a:p>
          <a:p>
            <a:r>
              <a:rPr lang="ru-RU" dirty="0"/>
              <a:t>Оба операнда </a:t>
            </a:r>
            <a:r>
              <a:rPr lang="en-US" dirty="0"/>
              <a:t>int, </a:t>
            </a:r>
            <a:r>
              <a:rPr lang="ru-RU" dirty="0"/>
              <a:t>поэтому получается 0.</a:t>
            </a:r>
          </a:p>
          <a:p>
            <a:r>
              <a:rPr lang="ru-RU" dirty="0"/>
              <a:t>Исправление:</a:t>
            </a:r>
          </a:p>
          <a:p>
            <a:pPr rtl="0"/>
            <a:r>
              <a:rPr lang="en-US" dirty="0"/>
              <a:t>double percent = (double)</a:t>
            </a:r>
            <a:r>
              <a:rPr lang="en-US" dirty="0" err="1"/>
              <a:t>correctAnswers</a:t>
            </a:r>
            <a:r>
              <a:rPr lang="en-US" dirty="0"/>
              <a:t> / </a:t>
            </a:r>
            <a:r>
              <a:rPr lang="en-US" dirty="0" err="1"/>
              <a:t>totalQuestions</a:t>
            </a:r>
            <a:r>
              <a:rPr lang="en-US" dirty="0"/>
              <a:t> * 100;</a:t>
            </a:r>
            <a:endParaRPr lang="ru-RU" dirty="0"/>
          </a:p>
          <a:p>
            <a:pPr rtl="0"/>
            <a:endParaRPr lang="ru-RU" dirty="0"/>
          </a:p>
          <a:p>
            <a:pPr rtl="0"/>
            <a:r>
              <a:rPr lang="ru-RU" dirty="0"/>
              <a:t>5 7 7</a:t>
            </a:r>
          </a:p>
          <a:p>
            <a:pPr rtl="0"/>
            <a:endParaRPr lang="ru-RU" dirty="0"/>
          </a:p>
          <a:p>
            <a:pPr rtl="0"/>
            <a:r>
              <a:rPr lang="ru-RU" dirty="0"/>
              <a:t>8 10 8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466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Можно сохранить архивов: 6 Останется свободно: 496 Мбайт</a:t>
            </a:r>
          </a:p>
          <a:p>
            <a:r>
              <a:rPr lang="ru-RU"/>
              <a:t>Потребуется топлива: 36,66 л Стоимость поездки: 2474,55 руб.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4381A-66E4-4A02-9150-839C107294F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763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5BA4B5-4E36-4F5D-BA9D-00CE4AA4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A083F-CBCE-4151-84F1-F68EB80A3F7C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2C02A4-EEBF-4722-BF1F-ABAF7CCB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FC1EDB-72C0-43BD-943F-23E81823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A4103-BEB4-4CD4-873F-A6A7C4CB04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78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4C0DF1-3338-446E-891A-10BD25000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65B79-6690-4F8C-9B80-82DFE6F99E90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C56D3D-F3BE-4DFD-A3EA-42D0B386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EBF8AF-6040-47C7-B885-7EDAA7C3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2FDD2-4DBF-43E2-97E4-DDC902C6D72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408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21FEC4-A25B-445D-948F-64F20698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536BA-153D-4673-906B-42F6EE297799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5ED163-6313-457A-A89A-DBEE48A9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BAC972-044A-407F-8ACA-27CEB5D3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6AFFB-175A-4F6E-B729-E1E32C74820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329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D875D2EF-DB53-4BEE-947B-1DCABEC16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5939F-F447-4859-895B-7CD379D81A0B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5C6D1EF-57F9-4184-8F38-0C34BA53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ACA1E3F8-86B9-4381-AE9A-F9B96713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080D9-3368-496F-B9B1-B7DC3160085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61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C98DB2A1-B860-499B-A9D3-327431A6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D7486-02C4-46EE-9756-E897201AB6E3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78E3DFA7-2664-4CC1-9C5D-2AE8163C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CEBFFA1-0715-423D-B657-9E3D6D21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C5051-C1A1-4FF1-AD64-91773D064C7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39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AA9250C6-BC9F-4C7C-9A38-A846E317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BE144-A518-46D4-A3D3-5B26AC5A70FC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68FE42DD-6754-480C-9271-287D2118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97A4645-6761-419A-807F-253961375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7AF17-04B7-470F-AAC4-389DD9D49AF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43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C397D5F4-E8F1-45F8-AEE4-B1F69EB95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83DF9-1B82-47D1-A315-3B91E2813040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F0D3602C-FAB3-4557-8A8E-3D5F11D1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9E018709-17AA-4064-92D4-706608EB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F2884-6AB9-4798-936F-2B0A65303D6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435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0F8EF8B-33A0-4B98-874B-95BA7DD53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67B48-A092-46D9-8EA5-AFE73504FE0E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176B246B-12EE-41E4-AE7B-0EF0DDEC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82EAC51-7782-4E9D-988A-4B6DE1A24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C7780-06D1-427D-80C7-A604DBC6530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656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D943F8A-D445-4D07-BEC0-305E24BB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91647-C8AD-48AE-BFC4-A28E9BB6F421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D4217D56-4004-43E4-87D8-F52DAD005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0BBB2E6-319E-4E6D-945D-F47E2C4CA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E76B5-54B0-4960-BDA8-9299F5A95D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49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C4B4BD-2937-40F2-B8EB-06F97B1D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E7F8B-2442-4AFC-A6D3-B723CCE6BA73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2ACDB5-A6E1-4178-8247-1D43AE1B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A877FF-3B5B-4135-8040-90117730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D227C-F957-4E6F-80E6-5E3F72CCC3A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44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C53387-AB1C-41DA-9D18-5EF04B8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41FCF1-25CD-4225-8B77-8FEDF4ABE325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C5C35E-4888-4FC1-BEB9-D0F5F16E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864F7A-C3C0-4734-8A2D-6AE70064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98027-0C96-4F94-BDCD-8E7E2E6C071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160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999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3633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898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1312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4404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1756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9585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66827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18072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69200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288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39DAEE72-CEFD-4E80-A46F-3358C333B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693E1B86-B81D-4544-AA6F-562C56D7C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121151-B8A8-4EF2-AF50-3FE757BF5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323B16D-E927-4C77-B2E9-E87E4CA9289D}" type="datetimeFigureOut">
              <a:rPr lang="ru-RU"/>
              <a:pPr>
                <a:defRPr/>
              </a:pPr>
              <a:t>24.09.26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62D88E-BD9E-44F2-B408-F59F88C7D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C0FBD2-6663-42A2-B83F-D9E2D1B7E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EF9D80C-D0B1-4F1D-B1F9-F1B97B9980C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36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08044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633585" y="2233926"/>
            <a:ext cx="855841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Операции и выражения. Приоритет операций. Преобразование типов. 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Основы алгоритмизации и программирования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7CF04F3-D040-74F4-FA6F-B17E3EEB95D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E6467CFD-2086-0696-B8D0-8C059F2723B6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A5DA9E24-6BA0-E902-3C91-A3918B0BB8F5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06920CF7-28B5-30E1-86E5-542A586F1E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6FA84F-F5A6-67CA-B829-73E319B2A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5B6730D2-EFE7-DBE1-6562-9DACA706B384}"/>
              </a:ext>
            </a:extLst>
          </p:cNvPr>
          <p:cNvSpPr/>
          <p:nvPr/>
        </p:nvSpPr>
        <p:spPr>
          <a:xfrm>
            <a:off x="1501932" y="35393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Основы языка: Операторы и выражения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2F5F5D2-C134-A7B4-DE18-0AD3302F31BA}"/>
              </a:ext>
            </a:extLst>
          </p:cNvPr>
          <p:cNvSpPr/>
          <p:nvPr/>
        </p:nvSpPr>
        <p:spPr>
          <a:xfrm>
            <a:off x="289642" y="998166"/>
            <a:ext cx="11597558" cy="781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Каждое вычисление в C# строится на двух фундаментальных понятиях: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операндах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(значениях, с которыми работаем) и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операторах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(действиях, которые выполняем). Понимание их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взаимодействия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первый шаг к уверенному владению языком.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BB9C7D4F-E832-82B9-308A-6800A217D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15318" y="2036324"/>
            <a:ext cx="441770" cy="441770"/>
          </a:xfrm>
          <a:prstGeom prst="rect">
            <a:avLst/>
          </a:prstGeom>
        </p:spPr>
      </p:pic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5CE3DF24-2979-9E7C-B6FA-90A778CA69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8633" y="2036324"/>
            <a:ext cx="441770" cy="441770"/>
          </a:xfrm>
          <a:prstGeom prst="rect">
            <a:avLst/>
          </a:prstGeom>
        </p:spPr>
      </p:pic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2C7485BB-845C-E48C-2D0F-E04857B7EF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63719" y="2036324"/>
            <a:ext cx="441770" cy="441770"/>
          </a:xfrm>
          <a:prstGeom prst="rect">
            <a:avLst/>
          </a:prstGeom>
        </p:spPr>
      </p:pic>
      <p:sp>
        <p:nvSpPr>
          <p:cNvPr id="14" name="Text 2">
            <a:extLst>
              <a:ext uri="{FF2B5EF4-FFF2-40B4-BE49-F238E27FC236}">
                <a16:creationId xmlns:a16="http://schemas.microsoft.com/office/drawing/2014/main" id="{282D32FA-9DE5-9690-8CE2-8C61C6D5C691}"/>
              </a:ext>
            </a:extLst>
          </p:cNvPr>
          <p:cNvSpPr/>
          <p:nvPr/>
        </p:nvSpPr>
        <p:spPr>
          <a:xfrm>
            <a:off x="629269" y="2571116"/>
            <a:ext cx="26138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Арифметические операторы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9C12DE9-D193-E3EC-343B-CDF9EC5D218C}"/>
              </a:ext>
            </a:extLst>
          </p:cNvPr>
          <p:cNvSpPr/>
          <p:nvPr/>
        </p:nvSpPr>
        <p:spPr>
          <a:xfrm>
            <a:off x="496119" y="2992487"/>
            <a:ext cx="2955004" cy="1644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+ − * / %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базовые операции. Сложение, вычитание, умножение, деление и остаток от деления. Оператор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%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возвращает остаток: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7 % 3 = 1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2FCB2F8-7557-ABF1-1215-FD961B527B58}"/>
              </a:ext>
            </a:extLst>
          </p:cNvPr>
          <p:cNvSpPr/>
          <p:nvPr/>
        </p:nvSpPr>
        <p:spPr>
          <a:xfrm>
            <a:off x="5221610" y="2540896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Выражения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4B603A21-96E7-3674-BA71-E15B1D5E49E7}"/>
              </a:ext>
            </a:extLst>
          </p:cNvPr>
          <p:cNvSpPr/>
          <p:nvPr/>
        </p:nvSpPr>
        <p:spPr>
          <a:xfrm>
            <a:off x="4111661" y="2918073"/>
            <a:ext cx="3557500" cy="1644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Выражение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комбинация операндов и операторов, возвращающая значение. Пример: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result = (a + b) * 2;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вычисляется и присваивается переменной.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C51A8263-0FD9-B34C-61DC-30135A507176}"/>
              </a:ext>
            </a:extLst>
          </p:cNvPr>
          <p:cNvSpPr/>
          <p:nvPr/>
        </p:nvSpPr>
        <p:spPr>
          <a:xfrm>
            <a:off x="8895126" y="2571117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Оператор присваивания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62DADC01-26C4-A18E-600B-D269927A3FEB}"/>
              </a:ext>
            </a:extLst>
          </p:cNvPr>
          <p:cNvSpPr/>
          <p:nvPr/>
        </p:nvSpPr>
        <p:spPr>
          <a:xfrm>
            <a:off x="8477632" y="2918073"/>
            <a:ext cx="3409568" cy="1978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Оператор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записывает результат вычисления в переменную. Имеет самый низкий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приоритет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выполняется в последнюю очередь.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83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D9472C44-49A8-854B-95B6-32E936557B1E}"/>
              </a:ext>
            </a:extLst>
          </p:cNvPr>
          <p:cNvSpPr/>
          <p:nvPr/>
        </p:nvSpPr>
        <p:spPr>
          <a:xfrm>
            <a:off x="156671" y="1162549"/>
            <a:ext cx="5201910" cy="2426225"/>
          </a:xfrm>
          <a:prstGeom prst="roundRect">
            <a:avLst>
              <a:gd name="adj" fmla="val 3502"/>
            </a:avLst>
          </a:prstGeom>
          <a:solidFill>
            <a:srgbClr val="84C1FA"/>
          </a:solidFill>
          <a:ln/>
        </p:spPr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7CF04F3-D040-74F4-FA6F-B17E3EEB95D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E6467CFD-2086-0696-B8D0-8C059F2723B6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A5DA9E24-6BA0-E902-3C91-A3918B0BB8F5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06920CF7-28B5-30E1-86E5-542A586F1E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6FA84F-F5A6-67CA-B829-73E319B2A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F0948DD3-7C0A-23D8-BA28-337E272400F5}"/>
              </a:ext>
            </a:extLst>
          </p:cNvPr>
          <p:cNvSpPr/>
          <p:nvPr/>
        </p:nvSpPr>
        <p:spPr>
          <a:xfrm>
            <a:off x="1204041" y="271361"/>
            <a:ext cx="8151763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Магия порядка: Приоритет и ассоциативность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E465630-CD44-3E75-14F3-FF060CEE6073}"/>
              </a:ext>
            </a:extLst>
          </p:cNvPr>
          <p:cNvSpPr/>
          <p:nvPr/>
        </p:nvSpPr>
        <p:spPr>
          <a:xfrm>
            <a:off x="568185" y="1190766"/>
            <a:ext cx="391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Почему порядок важен?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A4DF113-EDB3-9E8E-261E-E42B14CD362A}"/>
              </a:ext>
            </a:extLst>
          </p:cNvPr>
          <p:cNvSpPr/>
          <p:nvPr/>
        </p:nvSpPr>
        <p:spPr>
          <a:xfrm>
            <a:off x="339585" y="1475904"/>
            <a:ext cx="437435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Рассмотрим два похожих выражения: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F05EB20D-6B82-6464-B7B5-319889120D78}"/>
              </a:ext>
            </a:extLst>
          </p:cNvPr>
          <p:cNvSpPr/>
          <p:nvPr/>
        </p:nvSpPr>
        <p:spPr>
          <a:xfrm>
            <a:off x="361707" y="1850743"/>
            <a:ext cx="4239789" cy="774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(10 + 5) * 2 = 30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скобки меняют порядок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10 + 5 * 2 = 20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умножение раньше сложения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5595AEB-446D-FA58-BA39-56DB43198578}"/>
              </a:ext>
            </a:extLst>
          </p:cNvPr>
          <p:cNvSpPr/>
          <p:nvPr/>
        </p:nvSpPr>
        <p:spPr>
          <a:xfrm>
            <a:off x="361708" y="2707729"/>
            <a:ext cx="4123633" cy="57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E4BBC7-6A39-D033-6729-F72FE4F567C5}"/>
              </a:ext>
            </a:extLst>
          </p:cNvPr>
          <p:cNvSpPr txBox="1"/>
          <p:nvPr/>
        </p:nvSpPr>
        <p:spPr>
          <a:xfrm>
            <a:off x="294422" y="2671316"/>
            <a:ext cx="4828183" cy="635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Без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понимания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приоритета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операций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код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ведёт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себя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непредсказуемо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CAE9D176-CA23-E744-01AE-01DD04FFD955}"/>
              </a:ext>
            </a:extLst>
          </p:cNvPr>
          <p:cNvSpPr/>
          <p:nvPr/>
        </p:nvSpPr>
        <p:spPr>
          <a:xfrm>
            <a:off x="6671597" y="944204"/>
            <a:ext cx="3967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Таблица приоритетов (сверху вниз)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63B34292-F7FD-6AE3-E7DD-85F1C1201A21}"/>
              </a:ext>
            </a:extLst>
          </p:cNvPr>
          <p:cNvSpPr/>
          <p:nvPr/>
        </p:nvSpPr>
        <p:spPr>
          <a:xfrm>
            <a:off x="6327468" y="1337336"/>
            <a:ext cx="17829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EA443AB5-2ABC-85B1-E67A-E1F1FA58AAD6}"/>
              </a:ext>
            </a:extLst>
          </p:cNvPr>
          <p:cNvSpPr/>
          <p:nvPr/>
        </p:nvSpPr>
        <p:spPr>
          <a:xfrm>
            <a:off x="6327468" y="1542867"/>
            <a:ext cx="396716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Скобки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75A5F77-4D3F-3221-C664-318B5AE4D90A}"/>
              </a:ext>
            </a:extLst>
          </p:cNvPr>
          <p:cNvSpPr/>
          <p:nvPr/>
        </p:nvSpPr>
        <p:spPr>
          <a:xfrm>
            <a:off x="6327468" y="1760528"/>
            <a:ext cx="3967163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Всегда выполняются первыми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91E0A64-0E82-00F5-9267-2E6912284250}"/>
              </a:ext>
            </a:extLst>
          </p:cNvPr>
          <p:cNvSpPr/>
          <p:nvPr/>
        </p:nvSpPr>
        <p:spPr>
          <a:xfrm>
            <a:off x="6327465" y="2112677"/>
            <a:ext cx="17829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B224AC61-F321-5FB6-1517-AB2C46F71CD0}"/>
              </a:ext>
            </a:extLst>
          </p:cNvPr>
          <p:cNvSpPr/>
          <p:nvPr/>
        </p:nvSpPr>
        <p:spPr>
          <a:xfrm>
            <a:off x="6327462" y="2397393"/>
            <a:ext cx="396716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Унарные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++ -- 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0F015960-0617-8692-8268-B56FBA4393CF}"/>
              </a:ext>
            </a:extLst>
          </p:cNvPr>
          <p:cNvSpPr/>
          <p:nvPr/>
        </p:nvSpPr>
        <p:spPr>
          <a:xfrm>
            <a:off x="6327463" y="2662506"/>
            <a:ext cx="3967163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Инкремент, декремент, отрицание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D6B02792-0A39-6936-1858-22788D43B566}"/>
              </a:ext>
            </a:extLst>
          </p:cNvPr>
          <p:cNvSpPr/>
          <p:nvPr/>
        </p:nvSpPr>
        <p:spPr>
          <a:xfrm>
            <a:off x="6327463" y="3093913"/>
            <a:ext cx="17829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4C5ADD27-BFD7-803A-C756-BE2143AF5C04}"/>
              </a:ext>
            </a:extLst>
          </p:cNvPr>
          <p:cNvSpPr/>
          <p:nvPr/>
        </p:nvSpPr>
        <p:spPr>
          <a:xfrm>
            <a:off x="6327463" y="3330965"/>
            <a:ext cx="396716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Умножение / Деление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* / 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30CBDABD-B148-956A-83BB-B7A0E33F242B}"/>
              </a:ext>
            </a:extLst>
          </p:cNvPr>
          <p:cNvSpPr/>
          <p:nvPr/>
        </p:nvSpPr>
        <p:spPr>
          <a:xfrm>
            <a:off x="6327463" y="3617773"/>
            <a:ext cx="3967163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Выполняются раньше сложения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CC41D47D-76E9-E432-5F60-206E12902799}"/>
              </a:ext>
            </a:extLst>
          </p:cNvPr>
          <p:cNvSpPr/>
          <p:nvPr/>
        </p:nvSpPr>
        <p:spPr>
          <a:xfrm>
            <a:off x="6327465" y="4027141"/>
            <a:ext cx="17829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dirty="0"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71130C63-2AF8-E10E-8035-8105455A75F7}"/>
              </a:ext>
            </a:extLst>
          </p:cNvPr>
          <p:cNvSpPr/>
          <p:nvPr/>
        </p:nvSpPr>
        <p:spPr>
          <a:xfrm>
            <a:off x="6327463" y="4268152"/>
            <a:ext cx="396716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Сложение / Вычитание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 -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21755598-F108-D941-5903-7F1B48E3BD81}"/>
              </a:ext>
            </a:extLst>
          </p:cNvPr>
          <p:cNvSpPr/>
          <p:nvPr/>
        </p:nvSpPr>
        <p:spPr>
          <a:xfrm>
            <a:off x="6327466" y="4565257"/>
            <a:ext cx="3967163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Средний приоритет арифметики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EE6F888A-91EE-768A-6441-0183882D0F89}"/>
              </a:ext>
            </a:extLst>
          </p:cNvPr>
          <p:cNvSpPr/>
          <p:nvPr/>
        </p:nvSpPr>
        <p:spPr>
          <a:xfrm>
            <a:off x="6327465" y="5050202"/>
            <a:ext cx="178296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47D8B56F-086C-3434-411F-F37BEF4AC71C}"/>
              </a:ext>
            </a:extLst>
          </p:cNvPr>
          <p:cNvSpPr/>
          <p:nvPr/>
        </p:nvSpPr>
        <p:spPr>
          <a:xfrm>
            <a:off x="6327467" y="5315133"/>
            <a:ext cx="396716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Присваивание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+= -=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4662166A-CE41-2692-1893-E8C9E8D2CE0F}"/>
              </a:ext>
            </a:extLst>
          </p:cNvPr>
          <p:cNvSpPr/>
          <p:nvPr/>
        </p:nvSpPr>
        <p:spPr>
          <a:xfrm>
            <a:off x="6327468" y="5656820"/>
            <a:ext cx="3967163" cy="360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Самый низкий приоритет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AFE3C03D-30A2-C6AA-92EA-F9F40EFA13E3}"/>
              </a:ext>
            </a:extLst>
          </p:cNvPr>
          <p:cNvSpPr/>
          <p:nvPr/>
        </p:nvSpPr>
        <p:spPr>
          <a:xfrm>
            <a:off x="6327461" y="1497156"/>
            <a:ext cx="3967163" cy="9525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8D849FD2-F753-E3DF-146C-428A1DDF90C7}"/>
              </a:ext>
            </a:extLst>
          </p:cNvPr>
          <p:cNvSpPr/>
          <p:nvPr/>
        </p:nvSpPr>
        <p:spPr>
          <a:xfrm>
            <a:off x="6327461" y="2323061"/>
            <a:ext cx="3967163" cy="9525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5605D3F1-9200-AADD-5D7B-202793FE3327}"/>
              </a:ext>
            </a:extLst>
          </p:cNvPr>
          <p:cNvSpPr/>
          <p:nvPr/>
        </p:nvSpPr>
        <p:spPr>
          <a:xfrm>
            <a:off x="6327461" y="3296826"/>
            <a:ext cx="3967163" cy="9525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3554315F-0A12-6536-8D96-9014DFA7D997}"/>
              </a:ext>
            </a:extLst>
          </p:cNvPr>
          <p:cNvSpPr/>
          <p:nvPr/>
        </p:nvSpPr>
        <p:spPr>
          <a:xfrm>
            <a:off x="6327460" y="4212883"/>
            <a:ext cx="3967163" cy="9525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9261C2BC-9092-327C-860B-56F82DD14392}"/>
              </a:ext>
            </a:extLst>
          </p:cNvPr>
          <p:cNvSpPr/>
          <p:nvPr/>
        </p:nvSpPr>
        <p:spPr>
          <a:xfrm>
            <a:off x="6327460" y="5293584"/>
            <a:ext cx="3967163" cy="9525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7EA9202F-B224-96A1-0C24-3555AB61BCDD}"/>
              </a:ext>
            </a:extLst>
          </p:cNvPr>
          <p:cNvSpPr/>
          <p:nvPr/>
        </p:nvSpPr>
        <p:spPr>
          <a:xfrm>
            <a:off x="156671" y="6077065"/>
            <a:ext cx="11161699" cy="479463"/>
          </a:xfrm>
          <a:prstGeom prst="roundRect">
            <a:avLst>
              <a:gd name="adj" fmla="val 27785"/>
            </a:avLst>
          </a:prstGeom>
          <a:solidFill>
            <a:srgbClr val="CEE6FD"/>
          </a:solidFill>
          <a:ln/>
        </p:spPr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94BB0D70-343B-D0B6-39AB-F8903C22B104}"/>
              </a:ext>
            </a:extLst>
          </p:cNvPr>
          <p:cNvSpPr/>
          <p:nvPr/>
        </p:nvSpPr>
        <p:spPr>
          <a:xfrm>
            <a:off x="287880" y="6168636"/>
            <a:ext cx="8230121" cy="16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Большинство операторов ассоциативны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слева направо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Исключение: унарные и операторы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присваивания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справа налево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142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221E79-E493-E33A-5021-A22BA4AA40E0}"/>
              </a:ext>
            </a:extLst>
          </p:cNvPr>
          <p:cNvSpPr txBox="1"/>
          <p:nvPr/>
        </p:nvSpPr>
        <p:spPr>
          <a:xfrm>
            <a:off x="3347787" y="213229"/>
            <a:ext cx="6093994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750"/>
              </a:lnSpc>
              <a:buNone/>
            </a:pPr>
            <a:r>
              <a:rPr lang="ru-RU" sz="28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Унарные операторы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178D5-A8C6-4C75-E068-48158C30E544}"/>
              </a:ext>
            </a:extLst>
          </p:cNvPr>
          <p:cNvSpPr txBox="1"/>
          <p:nvPr/>
        </p:nvSpPr>
        <p:spPr>
          <a:xfrm>
            <a:off x="424112" y="789619"/>
            <a:ext cx="111262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Унарные операторы в C# - это операторы, которые выполняют действие только над одним операндом (одной переменной или одним значением).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4A16516-00EC-E101-687C-C70B138A5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112" y="1312839"/>
            <a:ext cx="525893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 = 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x++;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Здесь ++ работает только с одной переменной x, поэтому это унарный оператор.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C7C3848-512E-47E6-5C94-988F45D92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588" y="1189729"/>
            <a:ext cx="525893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сравнения: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x + 10;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 + здесь работает с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двумя операндами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x и 10, поэтому он бинарный.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5324B866-C88A-A7F1-2951-C06FB637B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970242"/>
              </p:ext>
            </p:extLst>
          </p:nvPr>
        </p:nvGraphicFramePr>
        <p:xfrm>
          <a:off x="638285" y="3627110"/>
          <a:ext cx="10515600" cy="225552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7034748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000192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84422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86836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600" b="1" dirty="0"/>
                        <a:t>Оператор</a:t>
                      </a:r>
                      <a:endParaRPr lang="ru-RU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Назначение</a:t>
                      </a:r>
                      <a:endParaRPr lang="ru-RU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Пример</a:t>
                      </a:r>
                      <a:endParaRPr lang="ru-RU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Результат</a:t>
                      </a:r>
                      <a:endParaRPr lang="ru-RU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68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+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показывает положительное значение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+5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5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4268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-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меняет знак числа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-5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-5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868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++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увеличивает значение на 1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x++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x </a:t>
                      </a:r>
                      <a:r>
                        <a:rPr lang="ru-RU" sz="1600"/>
                        <a:t>увеличится на 1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31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--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уменьшает значение на 1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x--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x </a:t>
                      </a:r>
                      <a:r>
                        <a:rPr lang="ru-RU" sz="1600"/>
                        <a:t>уменьшится на 1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7308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/>
                        <a:t>!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логическое отрицание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!true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false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11403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BA2AC41-E2D5-0848-092F-75E48B390DE0}"/>
              </a:ext>
            </a:extLst>
          </p:cNvPr>
          <p:cNvSpPr txBox="1"/>
          <p:nvPr/>
        </p:nvSpPr>
        <p:spPr>
          <a:xfrm>
            <a:off x="2762865" y="28615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унарные операторы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41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5B1B12-A445-EF20-4A2A-A7A2D4CAD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196" y="83945"/>
            <a:ext cx="41276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Важный момент с ++ и --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BDBE5CF-55F5-6E99-C8BF-3F0642C44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59" y="3429000"/>
            <a:ext cx="716070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 внутри выражения появляется отличие: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 = 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 = x++;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 старое значение 5 попадёт в y, а потом x увеличится: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x = 6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y =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 здесь: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 = 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 = ++x;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сначала увеличится x, а затем новое значение попадёт в 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x = 6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y = 6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1CE2ADE-6CE4-0263-A51B-D45479079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59" y="693167"/>
            <a:ext cx="5432270" cy="2031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 операторов ++ и -- есть две формы записи: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++x; // префиксная форма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x++; // постфиксная форма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Префиксная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оператор стоит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перед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переменной.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Постфиксная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оператор стоит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переменной.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0C63D2B6-A8F5-61BB-4F26-C8232A225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757843"/>
            <a:ext cx="33570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++;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 6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D8EE8C8D-3701-9C68-1D84-5D6B1516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71892"/>
            <a:ext cx="33570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++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 6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Равно 12">
            <a:extLst>
              <a:ext uri="{FF2B5EF4-FFF2-40B4-BE49-F238E27FC236}">
                <a16:creationId xmlns:a16="http://schemas.microsoft.com/office/drawing/2014/main" id="{A5E0E335-D50A-74E4-3F42-751A371A1CDC}"/>
              </a:ext>
            </a:extLst>
          </p:cNvPr>
          <p:cNvSpPr/>
          <p:nvPr/>
        </p:nvSpPr>
        <p:spPr>
          <a:xfrm>
            <a:off x="6726941" y="1503541"/>
            <a:ext cx="914893" cy="468351"/>
          </a:xfrm>
          <a:prstGeom prst="mathEqua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56F7E86C-87AB-A3BE-DC0E-08EA0E1CA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912" y="2975995"/>
            <a:ext cx="85125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Разница становится важной, когда ++ или -- являются </a:t>
            </a:r>
            <a:r>
              <a:rPr kumimoji="0" lang="ru-RU" altLang="ru-RU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частью другого выражения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359D95-C98B-0046-5E25-E9FDD7213363}"/>
              </a:ext>
            </a:extLst>
          </p:cNvPr>
          <p:cNvSpPr txBox="1"/>
          <p:nvPr/>
        </p:nvSpPr>
        <p:spPr>
          <a:xfrm>
            <a:off x="7094963" y="3596830"/>
            <a:ext cx="2952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x = 5;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y = x;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x + 1;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Равно 16">
            <a:extLst>
              <a:ext uri="{FF2B5EF4-FFF2-40B4-BE49-F238E27FC236}">
                <a16:creationId xmlns:a16="http://schemas.microsoft.com/office/drawing/2014/main" id="{DC6CAD73-68CA-75B2-8629-FF246817ED8F}"/>
              </a:ext>
            </a:extLst>
          </p:cNvPr>
          <p:cNvSpPr/>
          <p:nvPr/>
        </p:nvSpPr>
        <p:spPr>
          <a:xfrm>
            <a:off x="5848503" y="3824319"/>
            <a:ext cx="914893" cy="468351"/>
          </a:xfrm>
          <a:prstGeom prst="mathEqua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F4F713-22CC-A39E-6CD9-6F34CD460B02}"/>
              </a:ext>
            </a:extLst>
          </p:cNvPr>
          <p:cNvSpPr txBox="1"/>
          <p:nvPr/>
        </p:nvSpPr>
        <p:spPr>
          <a:xfrm>
            <a:off x="7184387" y="5221075"/>
            <a:ext cx="28628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x = 5;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x + 1;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y = x;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Равно 23">
            <a:extLst>
              <a:ext uri="{FF2B5EF4-FFF2-40B4-BE49-F238E27FC236}">
                <a16:creationId xmlns:a16="http://schemas.microsoft.com/office/drawing/2014/main" id="{28812D2A-F759-21D6-911F-0748F0B61166}"/>
              </a:ext>
            </a:extLst>
          </p:cNvPr>
          <p:cNvSpPr/>
          <p:nvPr/>
        </p:nvSpPr>
        <p:spPr>
          <a:xfrm>
            <a:off x="6095999" y="5448564"/>
            <a:ext cx="914893" cy="468351"/>
          </a:xfrm>
          <a:prstGeom prst="mathEqual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978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0EEC6514-4299-CD96-AE2B-9E57C7EDE06C}"/>
              </a:ext>
            </a:extLst>
          </p:cNvPr>
          <p:cNvSpPr/>
          <p:nvPr/>
        </p:nvSpPr>
        <p:spPr>
          <a:xfrm>
            <a:off x="1397813" y="225189"/>
            <a:ext cx="75167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 err="1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Арифметические</a:t>
            </a:r>
            <a:r>
              <a:rPr lang="en-US" sz="3600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операции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A186ED67-5DDA-0EA7-037C-20F873E20E53}"/>
              </a:ext>
            </a:extLst>
          </p:cNvPr>
          <p:cNvSpPr/>
          <p:nvPr/>
        </p:nvSpPr>
        <p:spPr>
          <a:xfrm>
            <a:off x="641072" y="685800"/>
            <a:ext cx="4515128" cy="1549400"/>
          </a:xfrm>
          <a:prstGeom prst="roundRect">
            <a:avLst>
              <a:gd name="adj" fmla="val 13883"/>
            </a:avLst>
          </a:prstGeom>
          <a:solidFill>
            <a:srgbClr val="84C1FA"/>
          </a:solidFill>
          <a:ln/>
        </p:spPr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637ACE0-30A3-9E8B-4A0E-9F1457C86E6F}"/>
              </a:ext>
            </a:extLst>
          </p:cNvPr>
          <p:cNvSpPr/>
          <p:nvPr/>
        </p:nvSpPr>
        <p:spPr>
          <a:xfrm>
            <a:off x="1910120" y="722495"/>
            <a:ext cx="1620836" cy="215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Базовые операторы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F214EF82-4CC4-A677-4DFF-F677D6ED4082}"/>
              </a:ext>
            </a:extLst>
          </p:cNvPr>
          <p:cNvSpPr/>
          <p:nvPr/>
        </p:nvSpPr>
        <p:spPr>
          <a:xfrm>
            <a:off x="754420" y="1037787"/>
            <a:ext cx="4243225" cy="662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Сложение (+) и вычитание (-)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Умножение (*) и деление (/)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Остаток от деления (%)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Инкремент (++) и декремент (--)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C6410405-C6C8-1DB8-51E6-FCBA9AD9A9D8}"/>
              </a:ext>
            </a:extLst>
          </p:cNvPr>
          <p:cNvSpPr/>
          <p:nvPr/>
        </p:nvSpPr>
        <p:spPr>
          <a:xfrm>
            <a:off x="4391808" y="2383156"/>
            <a:ext cx="2728536" cy="342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Примеры арифметических операций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88F2E8BA-E4A0-2B34-1965-360F8AEB1C9B}"/>
              </a:ext>
            </a:extLst>
          </p:cNvPr>
          <p:cNvSpPr/>
          <p:nvPr/>
        </p:nvSpPr>
        <p:spPr>
          <a:xfrm>
            <a:off x="999521" y="2797406"/>
            <a:ext cx="8313358" cy="26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Используйте базовые арифметические операторы для выполнения математических вычислений над числами.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DEDA0-81A6-50DC-5F3C-C16416FAC6C4}"/>
              </a:ext>
            </a:extLst>
          </p:cNvPr>
          <p:cNvSpPr txBox="1"/>
          <p:nvPr/>
        </p:nvSpPr>
        <p:spPr>
          <a:xfrm>
            <a:off x="1170891" y="3287627"/>
            <a:ext cx="985021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10;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3;</a:t>
            </a:r>
          </a:p>
          <a:p>
            <a:endParaRPr lang="ru-RU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Сложение: 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13</a:t>
            </a:r>
          </a:p>
          <a:p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Вычитание: 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-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7</a:t>
            </a:r>
          </a:p>
          <a:p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Умножение: 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*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30</a:t>
            </a:r>
          </a:p>
          <a:p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Деление: 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 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3 (</a:t>
            </a:r>
            <a:r>
              <a:rPr lang="ru-RU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целочисленное деление)</a:t>
            </a:r>
          </a:p>
          <a:p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Остаток от деления: 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%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%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</a:t>
            </a:r>
          </a:p>
          <a:p>
            <a:endParaRPr lang="ru-RU" sz="1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10.0;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3.0;</a:t>
            </a:r>
          </a:p>
          <a:p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Деление (вещественные числа): 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/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3.333...</a:t>
            </a:r>
            <a:endParaRPr lang="ru-RU" sz="1400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C8D8C448-3AF1-6F52-4F71-CDD9922D4B7C}"/>
              </a:ext>
            </a:extLst>
          </p:cNvPr>
          <p:cNvGrpSpPr/>
          <p:nvPr/>
        </p:nvGrpSpPr>
        <p:grpSpPr>
          <a:xfrm>
            <a:off x="303386" y="189261"/>
            <a:ext cx="675372" cy="390258"/>
            <a:chOff x="2153286" y="1799378"/>
            <a:chExt cx="675372" cy="390258"/>
          </a:xfrm>
        </p:grpSpPr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80EBC007-24BC-E51B-11DC-805B7DB826D2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B0984D68-5C13-F2B5-DCF9-3FF326409CE5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35A724A5-A996-509A-1A30-03CD449907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42069D6-184F-D82C-4785-023A37221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176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8">
            <a:extLst>
              <a:ext uri="{FF2B5EF4-FFF2-40B4-BE49-F238E27FC236}">
                <a16:creationId xmlns:a16="http://schemas.microsoft.com/office/drawing/2014/main" id="{095F8662-BF16-48A0-9410-F26A29D3AEB4}"/>
              </a:ext>
            </a:extLst>
          </p:cNvPr>
          <p:cNvSpPr/>
          <p:nvPr/>
        </p:nvSpPr>
        <p:spPr>
          <a:xfrm>
            <a:off x="319138" y="4503896"/>
            <a:ext cx="4213534" cy="1394791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7CF04F3-D040-74F4-FA6F-B17E3EEB95D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E6467CFD-2086-0696-B8D0-8C059F2723B6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A5DA9E24-6BA0-E902-3C91-A3918B0BB8F5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06920CF7-28B5-30E1-86E5-542A586F1E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6FA84F-F5A6-67CA-B829-73E319B2A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BD9974F-2927-A371-2F25-B4F2674DCF68}"/>
              </a:ext>
            </a:extLst>
          </p:cNvPr>
          <p:cNvSpPr/>
          <p:nvPr/>
        </p:nvSpPr>
        <p:spPr>
          <a:xfrm>
            <a:off x="1204041" y="28489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Смешанные выражения и неявное приведение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94352C-0614-C521-B0C6-803F6651885F}"/>
              </a:ext>
            </a:extLst>
          </p:cNvPr>
          <p:cNvSpPr/>
          <p:nvPr/>
        </p:nvSpPr>
        <p:spPr>
          <a:xfrm>
            <a:off x="269977" y="959313"/>
            <a:ext cx="11558229" cy="77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C# автоматически преобразует типы в выражениях, чтобы избежать потери данных. Это называется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неявным приведением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(implicit casting)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компилятор делает его сам, без вашего участия.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9C8A8EE-4110-141D-826F-41A56D038B7B}"/>
              </a:ext>
            </a:extLst>
          </p:cNvPr>
          <p:cNvSpPr/>
          <p:nvPr/>
        </p:nvSpPr>
        <p:spPr>
          <a:xfrm>
            <a:off x="563711" y="1822708"/>
            <a:ext cx="230088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Расширяющее преобразование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504DDFE-327F-DD94-E674-C404BA3D2351}"/>
              </a:ext>
            </a:extLst>
          </p:cNvPr>
          <p:cNvSpPr/>
          <p:nvPr/>
        </p:nvSpPr>
        <p:spPr>
          <a:xfrm>
            <a:off x="361708" y="2391705"/>
            <a:ext cx="3069750" cy="176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При смешении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double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результат всегда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double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Меньший тип «расширяется» до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большего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→ long → float → double → decimal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Данные не теряются.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A8970C1-5C5C-C4B7-89E6-5CBC20F99F3F}"/>
              </a:ext>
            </a:extLst>
          </p:cNvPr>
          <p:cNvSpPr/>
          <p:nvPr/>
        </p:nvSpPr>
        <p:spPr>
          <a:xfrm>
            <a:off x="4285801" y="1820838"/>
            <a:ext cx="230095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Риски сужающего преобразования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31BF69D0-5253-66C8-1B9B-1915F5DD73CD}"/>
              </a:ext>
            </a:extLst>
          </p:cNvPr>
          <p:cNvSpPr/>
          <p:nvPr/>
        </p:nvSpPr>
        <p:spPr>
          <a:xfrm>
            <a:off x="3795043" y="2391705"/>
            <a:ext cx="3706970" cy="146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При присваивании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double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дробная часть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отбрасывается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Значение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3.99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станет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3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Компилятор требует явного указания: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x = (int)3.99;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9FDE813-AAB4-0A54-A6BB-B543A1E2BFF4}"/>
              </a:ext>
            </a:extLst>
          </p:cNvPr>
          <p:cNvSpPr/>
          <p:nvPr/>
        </p:nvSpPr>
        <p:spPr>
          <a:xfrm>
            <a:off x="8853541" y="1730463"/>
            <a:ext cx="230088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Составные операторы присваивания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6E224B0-6E4D-527E-9599-20DB18F8BEE6}"/>
              </a:ext>
            </a:extLst>
          </p:cNvPr>
          <p:cNvSpPr/>
          <p:nvPr/>
        </p:nvSpPr>
        <p:spPr>
          <a:xfrm>
            <a:off x="8066959" y="2391705"/>
            <a:ext cx="3623596" cy="167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+=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-=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*=</a:t>
            </a:r>
            <a:r>
              <a:rPr lang="ru-RU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, /=, %=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сокращённая запись.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+= 5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эквивалентно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x = x + 5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Удобно и безопасно: тип сохраняется автоматически.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B8B719E-C193-5329-1B97-7DF2E0094B7A}"/>
              </a:ext>
            </a:extLst>
          </p:cNvPr>
          <p:cNvSpPr/>
          <p:nvPr/>
        </p:nvSpPr>
        <p:spPr>
          <a:xfrm>
            <a:off x="467966" y="4558182"/>
            <a:ext cx="7854107" cy="146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i = 10;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double d = i; // неявное: OK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double x = 3.14;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y = (int)x; // явное: обязательно!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559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3">
            <a:extLst>
              <a:ext uri="{FF2B5EF4-FFF2-40B4-BE49-F238E27FC236}">
                <a16:creationId xmlns:a16="http://schemas.microsoft.com/office/drawing/2014/main" id="{BE171180-46FD-1F92-B950-E64AF9ED26BE}"/>
              </a:ext>
            </a:extLst>
          </p:cNvPr>
          <p:cNvSpPr/>
          <p:nvPr/>
        </p:nvSpPr>
        <p:spPr>
          <a:xfrm>
            <a:off x="6807297" y="1509623"/>
            <a:ext cx="4515128" cy="3126649"/>
          </a:xfrm>
          <a:prstGeom prst="roundRect">
            <a:avLst>
              <a:gd name="adj" fmla="val 13883"/>
            </a:avLst>
          </a:prstGeom>
          <a:solidFill>
            <a:schemeClr val="accent5">
              <a:lumMod val="40000"/>
              <a:lumOff val="60000"/>
            </a:schemeClr>
          </a:solidFill>
          <a:ln/>
        </p:spPr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7CF04F3-D040-74F4-FA6F-B17E3EEB95D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E6467CFD-2086-0696-B8D0-8C059F2723B6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A5DA9E24-6BA0-E902-3C91-A3918B0BB8F5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06920CF7-28B5-30E1-86E5-542A586F1E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6FA84F-F5A6-67CA-B829-73E319B2A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BBB3458-70AD-2788-91FE-14FC9A19F27F}"/>
              </a:ext>
            </a:extLst>
          </p:cNvPr>
          <p:cNvSpPr/>
          <p:nvPr/>
        </p:nvSpPr>
        <p:spPr>
          <a:xfrm>
            <a:off x="1292532" y="34903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Явное преобразование типов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AB8F4D-0021-004D-3CF2-78E3679390E7}"/>
              </a:ext>
            </a:extLst>
          </p:cNvPr>
          <p:cNvSpPr/>
          <p:nvPr/>
        </p:nvSpPr>
        <p:spPr>
          <a:xfrm>
            <a:off x="496119" y="1177184"/>
            <a:ext cx="4347270" cy="21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Оператор приведения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(type)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1258968-EB64-E849-E0BF-659D789D667B}"/>
              </a:ext>
            </a:extLst>
          </p:cNvPr>
          <p:cNvSpPr/>
          <p:nvPr/>
        </p:nvSpPr>
        <p:spPr>
          <a:xfrm>
            <a:off x="496119" y="1659397"/>
            <a:ext cx="4347270" cy="1137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Явное приведение (casting) — это указание компилятору: «Я осознаю риск, преобразуй тип». Синтаксис: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(целевой_тип)значение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64A5547A-C7BE-70DB-7196-EB656D7B8D3F}"/>
              </a:ext>
            </a:extLst>
          </p:cNvPr>
          <p:cNvSpPr/>
          <p:nvPr/>
        </p:nvSpPr>
        <p:spPr>
          <a:xfrm>
            <a:off x="699393" y="2825563"/>
            <a:ext cx="4347270" cy="13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double d = 9.7; </a:t>
            </a:r>
            <a:endParaRPr lang="ru-RU" sz="1600" dirty="0">
              <a:highlight>
                <a:srgbClr val="F2F2F2"/>
              </a:highlight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i = (int)d;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→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 = 9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long big = 1000; </a:t>
            </a:r>
            <a:endParaRPr lang="ru-RU" sz="1600" dirty="0">
              <a:highlight>
                <a:srgbClr val="F2F2F2"/>
              </a:highlight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short s = (short)big;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При переполнении данные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искажаются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без предупреждения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1483CC3-E675-EA50-32A3-ADF36C7813C2}"/>
              </a:ext>
            </a:extLst>
          </p:cNvPr>
          <p:cNvSpPr/>
          <p:nvPr/>
        </p:nvSpPr>
        <p:spPr>
          <a:xfrm>
            <a:off x="699393" y="4891095"/>
            <a:ext cx="4816503" cy="104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Явное приведение отключает проверки компилятора. Всегда убеждайтесь, что значение помещается в целевой тип!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25E4839-7C4D-6A70-8764-34A6BD4188E9}"/>
              </a:ext>
            </a:extLst>
          </p:cNvPr>
          <p:cNvSpPr/>
          <p:nvPr/>
        </p:nvSpPr>
        <p:spPr>
          <a:xfrm>
            <a:off x="7348613" y="1696139"/>
            <a:ext cx="343249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Когда нужно явное приведение?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2584CED-717C-A54C-9A05-EAD749575F37}"/>
              </a:ext>
            </a:extLst>
          </p:cNvPr>
          <p:cNvSpPr/>
          <p:nvPr/>
        </p:nvSpPr>
        <p:spPr>
          <a:xfrm>
            <a:off x="7751640" y="2072153"/>
            <a:ext cx="30294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Сужение типа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5B4A6A5-FB26-08B1-26B2-8931B7D6A0A4}"/>
              </a:ext>
            </a:extLst>
          </p:cNvPr>
          <p:cNvSpPr/>
          <p:nvPr/>
        </p:nvSpPr>
        <p:spPr>
          <a:xfrm>
            <a:off x="7751640" y="2389976"/>
            <a:ext cx="30294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double → int, long → short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872522D-78AA-7A62-BC8D-9CB59AF086E8}"/>
              </a:ext>
            </a:extLst>
          </p:cNvPr>
          <p:cNvSpPr/>
          <p:nvPr/>
        </p:nvSpPr>
        <p:spPr>
          <a:xfrm>
            <a:off x="7751640" y="2879099"/>
            <a:ext cx="30294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Потеря точности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A104614-B5AE-48D4-E346-35DEEA165B69}"/>
              </a:ext>
            </a:extLst>
          </p:cNvPr>
          <p:cNvSpPr/>
          <p:nvPr/>
        </p:nvSpPr>
        <p:spPr>
          <a:xfrm>
            <a:off x="7751640" y="3196922"/>
            <a:ext cx="30294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Дробная часть отбрасывается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DBC9646-F692-7DDD-3935-F8C0D5F142E7}"/>
              </a:ext>
            </a:extLst>
          </p:cNvPr>
          <p:cNvSpPr/>
          <p:nvPr/>
        </p:nvSpPr>
        <p:spPr>
          <a:xfrm>
            <a:off x="7751640" y="3686045"/>
            <a:ext cx="30294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Работа с object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68EC516-7D14-34A3-1A2D-CE2A715E0C1C}"/>
              </a:ext>
            </a:extLst>
          </p:cNvPr>
          <p:cNvSpPr/>
          <p:nvPr/>
        </p:nvSpPr>
        <p:spPr>
          <a:xfrm>
            <a:off x="7751640" y="4003868"/>
            <a:ext cx="30294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Распаковка boxed-значений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174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3">
            <a:extLst>
              <a:ext uri="{FF2B5EF4-FFF2-40B4-BE49-F238E27FC236}">
                <a16:creationId xmlns:a16="http://schemas.microsoft.com/office/drawing/2014/main" id="{03CD998C-3741-A331-5048-84CDD1D31D2E}"/>
              </a:ext>
            </a:extLst>
          </p:cNvPr>
          <p:cNvSpPr/>
          <p:nvPr/>
        </p:nvSpPr>
        <p:spPr>
          <a:xfrm>
            <a:off x="6548287" y="1559436"/>
            <a:ext cx="5058386" cy="2076844"/>
          </a:xfrm>
          <a:prstGeom prst="roundRect">
            <a:avLst>
              <a:gd name="adj" fmla="val 13883"/>
            </a:avLst>
          </a:prstGeom>
          <a:solidFill>
            <a:schemeClr val="accent5">
              <a:lumMod val="40000"/>
              <a:lumOff val="60000"/>
            </a:schemeClr>
          </a:solidFill>
          <a:ln/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A8CA4-4ADD-D544-24A6-517F526E0EFB}"/>
              </a:ext>
            </a:extLst>
          </p:cNvPr>
          <p:cNvSpPr txBox="1"/>
          <p:nvPr/>
        </p:nvSpPr>
        <p:spPr>
          <a:xfrm>
            <a:off x="1612490" y="30694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D2A8145-9864-7CC7-5742-B3FCEAE2E64E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9A2652B2-85A0-45AD-1D44-1476EBAD9105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E4CD8C9A-58BE-F433-FECA-FF7B42A5A323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E612EBF7-6263-DC43-10A4-39C13D3C10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F2E5C6-8226-3EF1-0F52-CAEFE956A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268345-7FAF-B659-D076-5C0D05619C0D}"/>
              </a:ext>
            </a:extLst>
          </p:cNvPr>
          <p:cNvSpPr txBox="1"/>
          <p:nvPr/>
        </p:nvSpPr>
        <p:spPr>
          <a:xfrm>
            <a:off x="361707" y="1042670"/>
            <a:ext cx="113386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Помимо прямого явного приведения типов, C# предлагает специализированные методы для безопасного и надёжного преобразования данных, особенно из строкового формата.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73A2711-2B72-1EDA-4CE0-7C473B159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41" y="1778393"/>
            <a:ext cx="19225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 Type.Parse()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B98036-2F19-1E8B-2D15-ACD00A6C7188}"/>
              </a:ext>
            </a:extLst>
          </p:cNvPr>
          <p:cNvSpPr txBox="1"/>
          <p:nvPr/>
        </p:nvSpPr>
        <p:spPr>
          <a:xfrm>
            <a:off x="361706" y="2159374"/>
            <a:ext cx="528200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преобразует строковое представление в значение указанного типа (например,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Он требует, чтобы строка была корректно отформатирована.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формат неверный, метод выбрасывает исключение </a:t>
            </a:r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FormatException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более безопасного преобразования без исключений используйте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TryParse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6294563-848D-484E-0388-03226EB5D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2445" y="1559436"/>
            <a:ext cx="15039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 Convert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0788B47F-58F7-E465-F210-E313F8793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9812" y="1820398"/>
            <a:ext cx="505838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предоставляет обширный набор статических методов для преобразования базовых типов друг в друга.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Он более гибок, чем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и может обрабатывать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значения, возвращая соответствующее значение по умолчанию для целевого типа вместо выбрасывания исключения.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59650D-9B8F-C8CE-C81D-97BF2B0A7A83}"/>
              </a:ext>
            </a:extLst>
          </p:cNvPr>
          <p:cNvSpPr txBox="1"/>
          <p:nvPr/>
        </p:nvSpPr>
        <p:spPr>
          <a:xfrm>
            <a:off x="5643715" y="3671344"/>
            <a:ext cx="61865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 умолчанию платформа .NET предоставляет ряд методов, которые позволяют преобразовать различные значения,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введенные пользователем, к типам </a:t>
            </a:r>
            <a:r>
              <a:rPr lang="ru-RU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int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double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 т.д. </a:t>
            </a:r>
          </a:p>
          <a:p>
            <a:pPr algn="ctr"/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Некоторые из этих методов: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C1C655-62BD-A192-1825-48D90289949C}"/>
              </a:ext>
            </a:extLst>
          </p:cNvPr>
          <p:cNvSpPr txBox="1"/>
          <p:nvPr/>
        </p:nvSpPr>
        <p:spPr>
          <a:xfrm>
            <a:off x="7101088" y="4783626"/>
            <a:ext cx="407583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Convert.ToInt32() (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преобразует к типу 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Convert.ToDouble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() (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преобразует к типу 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double)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Convert.ToDecimal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() (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преобразует к типу 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decimal)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9DC9A3-0308-F4A2-7736-75EC1522B942}"/>
              </a:ext>
            </a:extLst>
          </p:cNvPr>
          <p:cNvSpPr txBox="1"/>
          <p:nvPr/>
        </p:nvSpPr>
        <p:spPr>
          <a:xfrm>
            <a:off x="415641" y="5338513"/>
            <a:ext cx="60075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Введите возраст: "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ToInt32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</a:p>
          <a:p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Введите рост: "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height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ToDouble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</a:p>
          <a:p>
            <a:r>
              <a:rPr lang="ru-RU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ru-RU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"Введите размер зарплаты: "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salary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Convert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ToDecimal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16928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7">
            <a:extLst>
              <a:ext uri="{FF2B5EF4-FFF2-40B4-BE49-F238E27FC236}">
                <a16:creationId xmlns:a16="http://schemas.microsoft.com/office/drawing/2014/main" id="{A635890E-1E34-6A96-E72A-CD626888F97C}"/>
              </a:ext>
            </a:extLst>
          </p:cNvPr>
          <p:cNvSpPr/>
          <p:nvPr/>
        </p:nvSpPr>
        <p:spPr>
          <a:xfrm>
            <a:off x="1100109" y="106134"/>
            <a:ext cx="3485161" cy="281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Преобразование данных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0568D-04FD-51DF-876F-2E04EB45E84F}"/>
              </a:ext>
            </a:extLst>
          </p:cNvPr>
          <p:cNvSpPr txBox="1"/>
          <p:nvPr/>
        </p:nvSpPr>
        <p:spPr>
          <a:xfrm>
            <a:off x="2211154" y="795980"/>
            <a:ext cx="738183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Введите число: "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inputNumber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ReadLine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Использование </a:t>
            </a:r>
            <a:r>
              <a:rPr lang="ru-RU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int.Parse</a:t>
            </a:r>
            <a:r>
              <a:rPr lang="ru-RU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(вызывает исключение при ошибке)</a:t>
            </a:r>
          </a:p>
          <a:p>
            <a:r>
              <a:rPr lang="en-US" sz="1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inputNumber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 ввели число 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Parse):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number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catch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FormatException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ru-RU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"Ошибка: Некорректный формат числа для </a:t>
            </a:r>
            <a:r>
              <a:rPr lang="ru-RU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."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ru-RU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Использование </a:t>
            </a:r>
            <a:r>
              <a:rPr lang="ru-RU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int.TryParse</a:t>
            </a:r>
            <a:r>
              <a:rPr lang="ru-RU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(возвращает </a:t>
            </a:r>
            <a:r>
              <a:rPr lang="ru-RU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ru-RU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ru-RU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ru-RU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</a:p>
          <a:p>
            <a:r>
              <a:rPr lang="ru-RU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не вызывает исключение)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parsedNumber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TryParse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inputNumber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parsedNumber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success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 ввели число (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TryParse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): 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1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parsedNumber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ru-RU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1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"Ошибка: Некорректный формат числа для </a:t>
            </a:r>
            <a:r>
              <a:rPr lang="ru-RU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TryParse</a:t>
            </a:r>
            <a:r>
              <a:rPr lang="ru-RU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."</a:t>
            </a:r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1400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246F855-84A5-D1AF-C4B5-77F0878E70A4}"/>
              </a:ext>
            </a:extLst>
          </p:cNvPr>
          <p:cNvGrpSpPr/>
          <p:nvPr/>
        </p:nvGrpSpPr>
        <p:grpSpPr>
          <a:xfrm>
            <a:off x="327877" y="103523"/>
            <a:ext cx="675372" cy="390258"/>
            <a:chOff x="2153286" y="1799378"/>
            <a:chExt cx="675372" cy="390258"/>
          </a:xfrm>
        </p:grpSpPr>
        <p:cxnSp>
          <p:nvCxnSpPr>
            <p:cNvPr id="4" name="Прямая соединительная линия 3">
              <a:extLst>
                <a:ext uri="{FF2B5EF4-FFF2-40B4-BE49-F238E27FC236}">
                  <a16:creationId xmlns:a16="http://schemas.microsoft.com/office/drawing/2014/main" id="{2F170227-8424-C4A8-ABD9-A43D387B9609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B1D6C8D-E96D-FC07-6636-D30847F91208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FD0DBF15-1E8E-B424-A153-48C2C7F0F2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E1D1B44-60A5-0933-C293-FFCC21B8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5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7CF04F3-D040-74F4-FA6F-B17E3EEB95D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E6467CFD-2086-0696-B8D0-8C059F2723B6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A5DA9E24-6BA0-E902-3C91-A3918B0BB8F5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06920CF7-28B5-30E1-86E5-542A586F1E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6FA84F-F5A6-67CA-B829-73E319B2A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F52D58B1-1BFE-41F6-87E8-ABA5AAC1E749}"/>
              </a:ext>
            </a:extLst>
          </p:cNvPr>
          <p:cNvSpPr/>
          <p:nvPr/>
        </p:nvSpPr>
        <p:spPr>
          <a:xfrm>
            <a:off x="1375795" y="34903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Вывод данных: Базовые возможности Console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ACA31F-D711-C4A7-2EB8-9D2FC6732E95}"/>
              </a:ext>
            </a:extLst>
          </p:cNvPr>
          <p:cNvSpPr/>
          <p:nvPr/>
        </p:nvSpPr>
        <p:spPr>
          <a:xfrm>
            <a:off x="496119" y="1198030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Console.Write и Console.WriteLine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10D2C3F-9C83-9FF7-9C59-D9DFFBC27AE8}"/>
              </a:ext>
            </a:extLst>
          </p:cNvPr>
          <p:cNvSpPr/>
          <p:nvPr/>
        </p:nvSpPr>
        <p:spPr>
          <a:xfrm>
            <a:off x="496119" y="1586904"/>
            <a:ext cx="5001856" cy="808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Console.WriteLine()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выводит текст и переводит курсор на новую строку.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Console.Write()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без перевода строки. Оба поддерживают интерполяцию строк через символ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$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E4ACB2A-B74C-697E-E895-533F7CC9B2C2}"/>
              </a:ext>
            </a:extLst>
          </p:cNvPr>
          <p:cNvSpPr/>
          <p:nvPr/>
        </p:nvSpPr>
        <p:spPr>
          <a:xfrm>
            <a:off x="496119" y="2763880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Плейсхолдеры {0}, {1}, {2}…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C219DB6-BB07-9B79-9BCA-C167630A8956}"/>
              </a:ext>
            </a:extLst>
          </p:cNvPr>
          <p:cNvSpPr/>
          <p:nvPr/>
        </p:nvSpPr>
        <p:spPr>
          <a:xfrm>
            <a:off x="496118" y="3245558"/>
            <a:ext cx="5268073" cy="1453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Классический способ форматирования: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Console.WriteLine("Привет, {0}!", name);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endParaRPr lang="ru-RU" sz="1600" dirty="0">
              <a:latin typeface="Times New Roman" panose="02020603050405020304" pitchFamily="18" charset="0"/>
              <a:ea typeface="Instrument Sans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первый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аргумент после строки подставляется в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{0}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</a:t>
            </a:r>
            <a:endParaRPr lang="ru-RU" sz="1600" dirty="0">
              <a:latin typeface="Times New Roman" panose="02020603050405020304" pitchFamily="18" charset="0"/>
              <a:ea typeface="Instrument Sans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второй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{1}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 так далее.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9AD07CAD-58E7-6F2F-DDCB-685DA469CAE4}"/>
              </a:ext>
            </a:extLst>
          </p:cNvPr>
          <p:cNvSpPr/>
          <p:nvPr/>
        </p:nvSpPr>
        <p:spPr>
          <a:xfrm>
            <a:off x="6597571" y="1253845"/>
            <a:ext cx="4907664" cy="3407768"/>
          </a:xfrm>
          <a:prstGeom prst="roundRect">
            <a:avLst>
              <a:gd name="adj" fmla="val 6689"/>
            </a:avLst>
          </a:prstGeom>
          <a:solidFill>
            <a:schemeClr val="accent5">
              <a:lumMod val="60000"/>
              <a:lumOff val="40000"/>
            </a:schemeClr>
          </a:solidFill>
          <a:ln/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68E932AB-2334-8ABD-0122-6989D801F652}"/>
              </a:ext>
            </a:extLst>
          </p:cNvPr>
          <p:cNvSpPr/>
          <p:nvPr/>
        </p:nvSpPr>
        <p:spPr>
          <a:xfrm>
            <a:off x="6727373" y="1377819"/>
            <a:ext cx="4611104" cy="247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Примеры вывода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FB791D1-B5CF-E99C-9378-FB3836487083}"/>
              </a:ext>
            </a:extLst>
          </p:cNvPr>
          <p:cNvSpPr/>
          <p:nvPr/>
        </p:nvSpPr>
        <p:spPr>
          <a:xfrm>
            <a:off x="6883508" y="1711194"/>
            <a:ext cx="4428646" cy="247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Интерполяция (современно)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9BDBCCB7-2427-3E51-CAE0-3595C190E124}"/>
              </a:ext>
            </a:extLst>
          </p:cNvPr>
          <p:cNvSpPr/>
          <p:nvPr/>
        </p:nvSpPr>
        <p:spPr>
          <a:xfrm>
            <a:off x="6883508" y="2029017"/>
            <a:ext cx="4428646" cy="265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Console.WriteLine($"Сумма: {a + b}");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491BDA45-D921-BEBF-AD18-610BD18241BF}"/>
              </a:ext>
            </a:extLst>
          </p:cNvPr>
          <p:cNvSpPr/>
          <p:nvPr/>
        </p:nvSpPr>
        <p:spPr>
          <a:xfrm>
            <a:off x="6883508" y="2485026"/>
            <a:ext cx="4428646" cy="247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Плейсхолдеры (классика)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A4BD7500-52BB-77BD-DCA0-4197AD4543BF}"/>
              </a:ext>
            </a:extLst>
          </p:cNvPr>
          <p:cNvSpPr/>
          <p:nvPr/>
        </p:nvSpPr>
        <p:spPr>
          <a:xfrm>
            <a:off x="6883508" y="2802848"/>
            <a:ext cx="4428646" cy="265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Console.WriteLine("{0} + {1} = {2}", a, b, a+b);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E20C56A3-689B-4B46-D72A-3BBCF172F65B}"/>
              </a:ext>
            </a:extLst>
          </p:cNvPr>
          <p:cNvSpPr/>
          <p:nvPr/>
        </p:nvSpPr>
        <p:spPr>
          <a:xfrm>
            <a:off x="6883508" y="3258858"/>
            <a:ext cx="4428646" cy="247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Конкатенация (просто)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F559F6E4-8B20-17BA-2181-68BCCA9065CA}"/>
              </a:ext>
            </a:extLst>
          </p:cNvPr>
          <p:cNvSpPr/>
          <p:nvPr/>
        </p:nvSpPr>
        <p:spPr>
          <a:xfrm>
            <a:off x="6883508" y="3576680"/>
            <a:ext cx="4428646" cy="265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Console.WriteLine("Результат: " + res);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660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4">
            <a:extLst>
              <a:ext uri="{FF2B5EF4-FFF2-40B4-BE49-F238E27FC236}">
                <a16:creationId xmlns:a16="http://schemas.microsoft.com/office/drawing/2014/main" id="{4D447196-4CBB-9DE7-9150-048F6C6D587E}"/>
              </a:ext>
            </a:extLst>
          </p:cNvPr>
          <p:cNvSpPr/>
          <p:nvPr/>
        </p:nvSpPr>
        <p:spPr>
          <a:xfrm>
            <a:off x="699394" y="5596493"/>
            <a:ext cx="8700328" cy="926014"/>
          </a:xfrm>
          <a:prstGeom prst="roundRect">
            <a:avLst>
              <a:gd name="adj" fmla="val 16007"/>
            </a:avLst>
          </a:prstGeom>
          <a:solidFill>
            <a:srgbClr val="B6D6FC"/>
          </a:solidFill>
          <a:ln/>
        </p:spPr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7604E287-238D-76CD-FCED-A858FF68B00B}"/>
              </a:ext>
            </a:extLst>
          </p:cNvPr>
          <p:cNvSpPr/>
          <p:nvPr/>
        </p:nvSpPr>
        <p:spPr>
          <a:xfrm>
            <a:off x="6951546" y="3468559"/>
            <a:ext cx="4356531" cy="1628335"/>
          </a:xfrm>
          <a:prstGeom prst="roundRect">
            <a:avLst>
              <a:gd name="adj" fmla="val 9316"/>
            </a:avLst>
          </a:prstGeom>
          <a:solidFill>
            <a:srgbClr val="CEE6FD"/>
          </a:solidFill>
          <a:ln/>
        </p:spPr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2F9CD8E7-7DBA-766B-00E6-228C5AD419E8}"/>
              </a:ext>
            </a:extLst>
          </p:cNvPr>
          <p:cNvSpPr/>
          <p:nvPr/>
        </p:nvSpPr>
        <p:spPr>
          <a:xfrm>
            <a:off x="6951547" y="1731778"/>
            <a:ext cx="4356531" cy="1628335"/>
          </a:xfrm>
          <a:prstGeom prst="roundRect">
            <a:avLst>
              <a:gd name="adj" fmla="val 9316"/>
            </a:avLst>
          </a:prstGeom>
          <a:solidFill>
            <a:srgbClr val="CEE6FD"/>
          </a:solidFill>
          <a:ln/>
        </p:spPr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51ECC6ED-398B-FC5A-C0DC-2C208EBE319D}"/>
              </a:ext>
            </a:extLst>
          </p:cNvPr>
          <p:cNvSpPr/>
          <p:nvPr/>
        </p:nvSpPr>
        <p:spPr>
          <a:xfrm>
            <a:off x="150679" y="3483430"/>
            <a:ext cx="4356532" cy="1628335"/>
          </a:xfrm>
          <a:prstGeom prst="roundRect">
            <a:avLst>
              <a:gd name="adj" fmla="val 9316"/>
            </a:avLst>
          </a:prstGeom>
          <a:solidFill>
            <a:srgbClr val="CEE6FD"/>
          </a:solidFill>
          <a:ln/>
        </p:spPr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2814DAAF-EB1D-7FCB-67CA-77904DF66465}"/>
              </a:ext>
            </a:extLst>
          </p:cNvPr>
          <p:cNvSpPr/>
          <p:nvPr/>
        </p:nvSpPr>
        <p:spPr>
          <a:xfrm>
            <a:off x="150678" y="1800662"/>
            <a:ext cx="4356531" cy="1628335"/>
          </a:xfrm>
          <a:prstGeom prst="roundRect">
            <a:avLst>
              <a:gd name="adj" fmla="val 9316"/>
            </a:avLst>
          </a:prstGeom>
          <a:solidFill>
            <a:srgbClr val="CEE6FD"/>
          </a:solidFill>
          <a:ln/>
        </p:spPr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7CF04F3-D040-74F4-FA6F-B17E3EEB95D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E6467CFD-2086-0696-B8D0-8C059F2723B6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A5DA9E24-6BA0-E902-3C91-A3918B0BB8F5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06920CF7-28B5-30E1-86E5-542A586F1E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6FA84F-F5A6-67CA-B829-73E319B2A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935D736-E585-DE0E-D1B3-41EFDC6E31A0}"/>
              </a:ext>
            </a:extLst>
          </p:cNvPr>
          <p:cNvSpPr/>
          <p:nvPr/>
        </p:nvSpPr>
        <p:spPr>
          <a:xfrm>
            <a:off x="1247959" y="351221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Мастерство форматирования: Числа и валюта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1FC2D4-C5F6-2513-3556-48B5B77860E7}"/>
              </a:ext>
            </a:extLst>
          </p:cNvPr>
          <p:cNvSpPr/>
          <p:nvPr/>
        </p:nvSpPr>
        <p:spPr>
          <a:xfrm>
            <a:off x="449828" y="1004077"/>
            <a:ext cx="11406892" cy="672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Форматные спецификаторы превращают сырые числа в читаемые, профессионально оформленные значения. Один символ после двоеточия меняет всё: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{0:C}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вместо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{0}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FDAB619-F785-1563-C057-CE96D4781CFF}"/>
              </a:ext>
            </a:extLst>
          </p:cNvPr>
          <p:cNvSpPr/>
          <p:nvPr/>
        </p:nvSpPr>
        <p:spPr>
          <a:xfrm>
            <a:off x="836027" y="1902574"/>
            <a:ext cx="377167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C 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→</a:t>
            </a: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Валюта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EB50312-3A9C-EC34-871A-C98523A87DD6}"/>
              </a:ext>
            </a:extLst>
          </p:cNvPr>
          <p:cNvSpPr/>
          <p:nvPr/>
        </p:nvSpPr>
        <p:spPr>
          <a:xfrm>
            <a:off x="449828" y="2222767"/>
            <a:ext cx="3990092" cy="113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{0:C}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→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1 234,56 ₽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Добавляет символ валюты и группирует разряды. Зависит от культуры системы.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E0591AE-3CAE-3D5D-23F7-B4F9174B37C0}"/>
              </a:ext>
            </a:extLst>
          </p:cNvPr>
          <p:cNvSpPr/>
          <p:nvPr/>
        </p:nvSpPr>
        <p:spPr>
          <a:xfrm>
            <a:off x="7349400" y="1902573"/>
            <a:ext cx="37717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F 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→</a:t>
            </a: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Фиксированный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461F1CB-10D3-9667-D959-AA2B1EA33DAC}"/>
              </a:ext>
            </a:extLst>
          </p:cNvPr>
          <p:cNvSpPr/>
          <p:nvPr/>
        </p:nvSpPr>
        <p:spPr>
          <a:xfrm>
            <a:off x="7063307" y="2330144"/>
            <a:ext cx="4133013" cy="95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{0:F2}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→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1234.56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Фиксированное число знаков после запятой.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F0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без дробной части.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0703222-79A7-ECF8-42C9-B8E53D493270}"/>
              </a:ext>
            </a:extLst>
          </p:cNvPr>
          <p:cNvSpPr/>
          <p:nvPr/>
        </p:nvSpPr>
        <p:spPr>
          <a:xfrm>
            <a:off x="836027" y="3504039"/>
            <a:ext cx="377167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P 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→</a:t>
            </a: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Процент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C14A6AE-B443-D82A-8D10-17E12254F412}"/>
              </a:ext>
            </a:extLst>
          </p:cNvPr>
          <p:cNvSpPr/>
          <p:nvPr/>
        </p:nvSpPr>
        <p:spPr>
          <a:xfrm>
            <a:off x="365936" y="3834854"/>
            <a:ext cx="4157876" cy="1131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{0:P1}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→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12,3%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Умножает на 100 и добавляет знак %. Цифра указывает точность.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D8AC54F-983B-C21B-3D99-F95BD96349AE}"/>
              </a:ext>
            </a:extLst>
          </p:cNvPr>
          <p:cNvSpPr/>
          <p:nvPr/>
        </p:nvSpPr>
        <p:spPr>
          <a:xfrm>
            <a:off x="7424569" y="3504039"/>
            <a:ext cx="37717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N 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→</a:t>
            </a: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Число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BE5D9AF-49B0-C518-8487-69677D4FA2E9}"/>
              </a:ext>
            </a:extLst>
          </p:cNvPr>
          <p:cNvSpPr/>
          <p:nvPr/>
        </p:nvSpPr>
        <p:spPr>
          <a:xfrm>
            <a:off x="7063307" y="3844841"/>
            <a:ext cx="4356533" cy="1183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550"/>
              </a:spcAft>
              <a:buNone/>
            </a:pP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{0:N0}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→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1 235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Группировка разрядов пробелами. Удобно для больших чисел без дробной части.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61160897-D809-5FC5-8555-8E4F3040B5F1}"/>
              </a:ext>
            </a:extLst>
          </p:cNvPr>
          <p:cNvSpPr/>
          <p:nvPr/>
        </p:nvSpPr>
        <p:spPr>
          <a:xfrm>
            <a:off x="836027" y="5723977"/>
            <a:ext cx="9395094" cy="672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Точность задаётся цифрой после буквы: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F2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два знака,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C0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ноль знаков. Без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цифры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значение по умолчанию (обычно 2 знака).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191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5">
            <a:extLst>
              <a:ext uri="{FF2B5EF4-FFF2-40B4-BE49-F238E27FC236}">
                <a16:creationId xmlns:a16="http://schemas.microsoft.com/office/drawing/2014/main" id="{6B43A156-8266-B9C5-15AC-7F6A838D9D62}"/>
              </a:ext>
            </a:extLst>
          </p:cNvPr>
          <p:cNvSpPr/>
          <p:nvPr/>
        </p:nvSpPr>
        <p:spPr>
          <a:xfrm>
            <a:off x="6839871" y="469850"/>
            <a:ext cx="5234121" cy="4671110"/>
          </a:xfrm>
          <a:prstGeom prst="roundRect">
            <a:avLst>
              <a:gd name="adj" fmla="val 6689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7611DE8-B397-B7F7-C743-64AA3623385C}"/>
              </a:ext>
            </a:extLst>
          </p:cNvPr>
          <p:cNvSpPr/>
          <p:nvPr/>
        </p:nvSpPr>
        <p:spPr>
          <a:xfrm>
            <a:off x="7552273" y="3058114"/>
            <a:ext cx="3816765" cy="10948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50B73CC-EC5A-E17E-1843-C993D05EC280}"/>
              </a:ext>
            </a:extLst>
          </p:cNvPr>
          <p:cNvSpPr/>
          <p:nvPr/>
        </p:nvSpPr>
        <p:spPr>
          <a:xfrm>
            <a:off x="6915038" y="817022"/>
            <a:ext cx="5045001" cy="203363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7CF04F3-D040-74F4-FA6F-B17E3EEB95D5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E6467CFD-2086-0696-B8D0-8C059F2723B6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A5DA9E24-6BA0-E902-3C91-A3918B0BB8F5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06920CF7-28B5-30E1-86E5-542A586F1E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16FA84F-F5A6-67CA-B829-73E319B2A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E779EC2-E167-C540-FF35-E7EAD4977D63}"/>
              </a:ext>
            </a:extLst>
          </p:cNvPr>
          <p:cNvSpPr/>
          <p:nvPr/>
        </p:nvSpPr>
        <p:spPr>
          <a:xfrm>
            <a:off x="1180748" y="231946"/>
            <a:ext cx="5470132" cy="580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Выравнивание и ширина полей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43BA75-86A1-F35C-FF34-31089055EECA}"/>
              </a:ext>
            </a:extLst>
          </p:cNvPr>
          <p:cNvSpPr/>
          <p:nvPr/>
        </p:nvSpPr>
        <p:spPr>
          <a:xfrm>
            <a:off x="496119" y="1116727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Синтаксис: {индекс, ширина:формат}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6446006-75AD-6203-AE93-4FD459D33979}"/>
              </a:ext>
            </a:extLst>
          </p:cNvPr>
          <p:cNvSpPr/>
          <p:nvPr/>
        </p:nvSpPr>
        <p:spPr>
          <a:xfrm>
            <a:off x="496118" y="2091408"/>
            <a:ext cx="5020761" cy="1501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l">
              <a:lnSpc>
                <a:spcPct val="122000"/>
              </a:lnSpc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Положительное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число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выравнивание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вправо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2560" indent="-162560" algn="l">
              <a:lnSpc>
                <a:spcPct val="122000"/>
              </a:lnSpc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Отрицательное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число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выравнивание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влево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2560" indent="-162560" algn="l">
              <a:lnSpc>
                <a:spcPct val="122000"/>
              </a:lnSpc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Если значение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длиннее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поле расширяется автоматически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43BE7E3A-6698-30E2-2DA8-92DCC42D95C6}"/>
              </a:ext>
            </a:extLst>
          </p:cNvPr>
          <p:cNvSpPr/>
          <p:nvPr/>
        </p:nvSpPr>
        <p:spPr>
          <a:xfrm>
            <a:off x="496118" y="3709884"/>
            <a:ext cx="5234122" cy="897754"/>
          </a:xfrm>
          <a:prstGeom prst="roundRect">
            <a:avLst>
              <a:gd name="adj" fmla="val 17314"/>
            </a:avLst>
          </a:prstGeom>
          <a:solidFill>
            <a:srgbClr val="F2F2F2"/>
          </a:solidFill>
          <a:ln/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0BC71B0B-25EC-FBB0-0918-41AA2B95CE02}"/>
              </a:ext>
            </a:extLst>
          </p:cNvPr>
          <p:cNvSpPr/>
          <p:nvPr/>
        </p:nvSpPr>
        <p:spPr>
          <a:xfrm>
            <a:off x="619348" y="3812575"/>
            <a:ext cx="4999132" cy="911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Console.WriteLine("{0,-10} {1,10:F2}", "Товар", 199.9);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Товар      199,90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1A5F491-0F3D-8A8E-DFEC-B9F93D87699D}"/>
              </a:ext>
            </a:extLst>
          </p:cNvPr>
          <p:cNvSpPr/>
          <p:nvPr/>
        </p:nvSpPr>
        <p:spPr>
          <a:xfrm>
            <a:off x="7552273" y="568087"/>
            <a:ext cx="3893121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Console Output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BA087E0-A99F-215A-4AAB-81014340FE52}"/>
              </a:ext>
            </a:extLst>
          </p:cNvPr>
          <p:cNvSpPr/>
          <p:nvPr/>
        </p:nvSpPr>
        <p:spPr>
          <a:xfrm>
            <a:off x="7319853" y="878796"/>
            <a:ext cx="4274156" cy="2033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Console.WriteLine("{0,-15} {1,10} {2,12}",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"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Имя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", "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Возраст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", "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Зарплата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("{0,-15} {1,10} {2,12:C}",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"</a:t>
            </a: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Анна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", 28, 85000);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Console.WriteLine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("{0,-15} {1,10} {2,12:C}",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"Борис", 34, 120000);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0D77F11-14B2-DB04-E8EF-6F4C65FEF6D4}"/>
              </a:ext>
            </a:extLst>
          </p:cNvPr>
          <p:cNvSpPr/>
          <p:nvPr/>
        </p:nvSpPr>
        <p:spPr>
          <a:xfrm>
            <a:off x="7939662" y="3058114"/>
            <a:ext cx="3646661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Имя                 Возраст     Зарплата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Анна                     28    85 000,00 ₽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Борис                    34   120 000,00 ₽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41C14AE-7D6C-6D22-2E13-8B17B2B736DA}"/>
              </a:ext>
            </a:extLst>
          </p:cNvPr>
          <p:cNvSpPr/>
          <p:nvPr/>
        </p:nvSpPr>
        <p:spPr>
          <a:xfrm>
            <a:off x="7091677" y="4298638"/>
            <a:ext cx="5100323" cy="842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Это показывает, как поля фиксированной минимальной ширины выравнивают данные в аккуратные колонки.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350C28-D8E6-9A10-F19F-977655C1427C}"/>
              </a:ext>
            </a:extLst>
          </p:cNvPr>
          <p:cNvSpPr txBox="1"/>
          <p:nvPr/>
        </p:nvSpPr>
        <p:spPr>
          <a:xfrm>
            <a:off x="378113" y="1368940"/>
            <a:ext cx="5470132" cy="666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Число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после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запятой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задаёт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минимальную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ширину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поля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символах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535560BC-B411-F03B-0AE1-3AB387E78AE6}"/>
              </a:ext>
            </a:extLst>
          </p:cNvPr>
          <p:cNvSpPr/>
          <p:nvPr/>
        </p:nvSpPr>
        <p:spPr>
          <a:xfrm>
            <a:off x="707742" y="5377557"/>
            <a:ext cx="2646387" cy="236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10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DFECB10E-92DA-7FD4-303E-B739D0FD93CE}"/>
              </a:ext>
            </a:extLst>
          </p:cNvPr>
          <p:cNvSpPr/>
          <p:nvPr/>
        </p:nvSpPr>
        <p:spPr>
          <a:xfrm>
            <a:off x="707742" y="5601524"/>
            <a:ext cx="2646387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Символов минимум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678D086C-287E-FF17-EA32-8F462CE31AC3}"/>
              </a:ext>
            </a:extLst>
          </p:cNvPr>
          <p:cNvSpPr/>
          <p:nvPr/>
        </p:nvSpPr>
        <p:spPr>
          <a:xfrm>
            <a:off x="496118" y="5925670"/>
            <a:ext cx="3303738" cy="911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Ширина поля задаёт минимальное пространство, а не точный размер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8ACDFF77-4877-75CC-1FD2-D91836FD4B3C}"/>
              </a:ext>
            </a:extLst>
          </p:cNvPr>
          <p:cNvSpPr/>
          <p:nvPr/>
        </p:nvSpPr>
        <p:spPr>
          <a:xfrm>
            <a:off x="4905886" y="5366639"/>
            <a:ext cx="2646387" cy="23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42D7B4CC-3E3D-F1F5-79D1-E1C43D02EA66}"/>
              </a:ext>
            </a:extLst>
          </p:cNvPr>
          <p:cNvSpPr/>
          <p:nvPr/>
        </p:nvSpPr>
        <p:spPr>
          <a:xfrm>
            <a:off x="4805794" y="5613684"/>
            <a:ext cx="2646387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Направления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74A51BA7-783C-77DE-0570-5050BF820F37}"/>
              </a:ext>
            </a:extLst>
          </p:cNvPr>
          <p:cNvSpPr/>
          <p:nvPr/>
        </p:nvSpPr>
        <p:spPr>
          <a:xfrm>
            <a:off x="4699530" y="5929370"/>
            <a:ext cx="2752651" cy="65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Вправо (+) и влево (−)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контроль над позицией текста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A41F6121-B5BC-5E3F-7FF6-A0BC0D8245EA}"/>
              </a:ext>
            </a:extLst>
          </p:cNvPr>
          <p:cNvSpPr/>
          <p:nvPr/>
        </p:nvSpPr>
        <p:spPr>
          <a:xfrm>
            <a:off x="8351854" y="5369647"/>
            <a:ext cx="2646387" cy="339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DE7E27F9-B3FC-0D49-F650-A940F4AE082B}"/>
              </a:ext>
            </a:extLst>
          </p:cNvPr>
          <p:cNvSpPr/>
          <p:nvPr/>
        </p:nvSpPr>
        <p:spPr>
          <a:xfrm>
            <a:off x="8351854" y="5594993"/>
            <a:ext cx="2646387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Обрезаний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3DD28862-B16C-04EA-24C1-389C2159ECB7}"/>
              </a:ext>
            </a:extLst>
          </p:cNvPr>
          <p:cNvSpPr/>
          <p:nvPr/>
        </p:nvSpPr>
        <p:spPr>
          <a:xfrm>
            <a:off x="8351855" y="5926932"/>
            <a:ext cx="3109939" cy="910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Длинное значение никогда не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обрезается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поле расширяется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927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B6A7BF-A233-202C-66DE-E2533F3B774B}"/>
              </a:ext>
            </a:extLst>
          </p:cNvPr>
          <p:cNvSpPr txBox="1"/>
          <p:nvPr/>
        </p:nvSpPr>
        <p:spPr>
          <a:xfrm>
            <a:off x="2842709" y="95033"/>
            <a:ext cx="6094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Задания</a:t>
            </a:r>
            <a:endParaRPr lang="ru-RU" sz="32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A82E3E5-773A-0015-5198-B5C2D8984D50}"/>
              </a:ext>
            </a:extLst>
          </p:cNvPr>
          <p:cNvGrpSpPr/>
          <p:nvPr/>
        </p:nvGrpSpPr>
        <p:grpSpPr>
          <a:xfrm>
            <a:off x="361708" y="351221"/>
            <a:ext cx="675372" cy="390258"/>
            <a:chOff x="2153286" y="1799378"/>
            <a:chExt cx="675372" cy="390258"/>
          </a:xfrm>
        </p:grpSpPr>
        <p:cxnSp>
          <p:nvCxnSpPr>
            <p:cNvPr id="5" name="Прямая соединительная линия 4">
              <a:extLst>
                <a:ext uri="{FF2B5EF4-FFF2-40B4-BE49-F238E27FC236}">
                  <a16:creationId xmlns:a16="http://schemas.microsoft.com/office/drawing/2014/main" id="{A6EB49CE-394A-3DEC-1D78-75716D4C4384}"/>
                </a:ext>
              </a:extLst>
            </p:cNvPr>
            <p:cNvCxnSpPr/>
            <p:nvPr/>
          </p:nvCxnSpPr>
          <p:spPr>
            <a:xfrm>
              <a:off x="2153286" y="1993317"/>
              <a:ext cx="675372" cy="0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5">
              <a:extLst>
                <a:ext uri="{FF2B5EF4-FFF2-40B4-BE49-F238E27FC236}">
                  <a16:creationId xmlns:a16="http://schemas.microsoft.com/office/drawing/2014/main" id="{6A9825BC-4468-F158-FC4F-927B6B60643A}"/>
                </a:ext>
              </a:extLst>
            </p:cNvPr>
            <p:cNvCxnSpPr/>
            <p:nvPr/>
          </p:nvCxnSpPr>
          <p:spPr>
            <a:xfrm flipH="1" flipV="1">
              <a:off x="2627605" y="1799378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B790BCF2-C1E4-37A3-5138-F8BDA386A2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605" y="1998050"/>
              <a:ext cx="191586" cy="191586"/>
            </a:xfrm>
            <a:prstGeom prst="line">
              <a:avLst/>
            </a:prstGeom>
            <a:ln w="28575">
              <a:solidFill>
                <a:srgbClr val="293D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9B124AC-3BCE-A77F-CE65-F60511459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58" y="6633508"/>
            <a:ext cx="1182047" cy="18000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A2C97BBD-0198-3FB9-ECAC-98AAD6B4B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820" y="1077439"/>
            <a:ext cx="3603872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выведет программа?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10;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3;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/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F38DC666-C4FD-E904-38E7-823B67374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9231" y="1077439"/>
            <a:ext cx="4142481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выведет программа?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10;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4;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+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* 2);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371ADD-87F1-E5AE-8845-08743D7C690D}"/>
              </a:ext>
            </a:extLst>
          </p:cNvPr>
          <p:cNvSpPr txBox="1"/>
          <p:nvPr/>
        </p:nvSpPr>
        <p:spPr>
          <a:xfrm>
            <a:off x="931820" y="2585544"/>
            <a:ext cx="609420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выведет программа?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10;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4;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((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+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b)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* 2);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ru-RU" dirty="0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5E078EC-BF9E-3B3F-50B5-80D24CCA2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993" y="4618639"/>
            <a:ext cx="3065263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выведет программа?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5.9;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87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646F86-B556-0231-8BC2-EF629C8EB68A}"/>
              </a:ext>
            </a:extLst>
          </p:cNvPr>
          <p:cNvSpPr txBox="1"/>
          <p:nvPr/>
        </p:nvSpPr>
        <p:spPr>
          <a:xfrm>
            <a:off x="626632" y="397598"/>
            <a:ext cx="10292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Нужно написать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 выражение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которое получает последнюю цифру числа: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B85E2D-1B21-26FA-0343-8963AB2F0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32" y="884381"/>
            <a:ext cx="319991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pin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5837;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lastDigit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ascadia Mono" panose="020B0609020000020004" pitchFamily="49" charset="0"/>
              </a:rPr>
              <a:t>// ???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CE1F242-0058-39FC-3115-44600AA6D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957" y="2366280"/>
            <a:ext cx="306526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5;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+= 3;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*= 2;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-= 4;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/= 2;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F0020-E66E-41AF-9288-118FA3B7CA13}"/>
              </a:ext>
            </a:extLst>
          </p:cNvPr>
          <p:cNvSpPr txBox="1"/>
          <p:nvPr/>
        </p:nvSpPr>
        <p:spPr>
          <a:xfrm>
            <a:off x="626632" y="1996948"/>
            <a:ext cx="6094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выведет программа?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B3D20-8D66-B065-6540-10606606D456}"/>
              </a:ext>
            </a:extLst>
          </p:cNvPr>
          <p:cNvSpPr txBox="1"/>
          <p:nvPr/>
        </p:nvSpPr>
        <p:spPr>
          <a:xfrm>
            <a:off x="5575151" y="1996948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Программист хотел вычислить средний балл студента: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4927CDF-93AB-99A2-55E8-12206F071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168" y="2601402"/>
            <a:ext cx="612218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grade1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4;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grade2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grade3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average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grade1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+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grade2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+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grade3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/ 3;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$"Средний балл: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average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F2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5FA0F-66F0-D05F-D261-FEACF01887AC}"/>
              </a:ext>
            </a:extLst>
          </p:cNvPr>
          <p:cNvSpPr txBox="1"/>
          <p:nvPr/>
        </p:nvSpPr>
        <p:spPr>
          <a:xfrm>
            <a:off x="5547168" y="4514052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запускается без ошибок, но результат неправильный. Найдите причину и исправьте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одну строку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74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9" grpId="0"/>
      <p:bldP spid="11" grpId="0"/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5285D5-5429-2A40-B858-44A958BEA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795" y="217407"/>
            <a:ext cx="95850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правильно ответил на 17 вопросов, но программа показывает 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объясните, на каком именно этапе значение становится неправильным.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DB8EB-98DA-DC05-A4CC-E4DBE5F4C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430" y="1057419"/>
            <a:ext cx="691727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correctAnswers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17;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totalQuestions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20;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percent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correctAnswers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/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totalQuestions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* 100;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$"Результат: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percent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ascadia Mono" panose="020B0609020000020004" pitchFamily="49" charset="0"/>
              </a:rPr>
              <a:t>%"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F3ECD2-44E9-B39B-45CC-E37F07E3C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736" y="3691867"/>
            <a:ext cx="405904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5;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++);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(++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025C7-C9BD-91EA-FF4B-C449DB4DA3DD}"/>
              </a:ext>
            </a:extLst>
          </p:cNvPr>
          <p:cNvSpPr txBox="1"/>
          <p:nvPr/>
        </p:nvSpPr>
        <p:spPr>
          <a:xfrm>
            <a:off x="791736" y="3291757"/>
            <a:ext cx="6094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выведет программа?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5F5058-E9FF-AC30-B60A-34B42C7C3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4976" y="3883009"/>
            <a:ext cx="282962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10;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b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--;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c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= --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b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Cascadia Mono" panose="020B0609020000020004" pitchFamily="49" charset="0"/>
              </a:rPr>
              <a:t>Console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74531F"/>
                </a:solidFill>
                <a:effectLst/>
                <a:latin typeface="Cascadia Mono" panose="020B0609020000020004" pitchFamily="49" charset="0"/>
              </a:rPr>
              <a:t>WriteLine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1F377F"/>
                </a:solidFill>
                <a:effectLst/>
                <a:latin typeface="Cascadia Mono" panose="020B0609020000020004" pitchFamily="49" charset="0"/>
              </a:rPr>
              <a:t>c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E9715-2BE7-3A0B-FDEA-924805B58BD4}"/>
              </a:ext>
            </a:extLst>
          </p:cNvPr>
          <p:cNvSpPr txBox="1"/>
          <p:nvPr/>
        </p:nvSpPr>
        <p:spPr>
          <a:xfrm>
            <a:off x="6417494" y="3291757"/>
            <a:ext cx="6094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выведет программа?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07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904D3A-7D52-AD90-B283-296051BADB19}"/>
              </a:ext>
            </a:extLst>
          </p:cNvPr>
          <p:cNvSpPr txBox="1"/>
          <p:nvPr/>
        </p:nvSpPr>
        <p:spPr>
          <a:xfrm>
            <a:off x="218739" y="431543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1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вводит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трёхзначное целое число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2AE991-5408-FAA8-B595-A30035AA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39" y="1008481"/>
            <a:ext cx="556844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Введите число: 583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должна получить отдельные цифры: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Первая цифра: 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Вторая цифра: 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Третья цифра: 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Сумма цифр: 16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Число наоборот: 385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Ограничение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Нельзя преобразовывать число в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E2AB0A4-453B-7CA6-72A5-DE48CD656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247" y="3256013"/>
            <a:ext cx="640481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Автомобиль расходует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7,8 литра бензина на 100 км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вводит расстояние поездки и стоимость одного литра бензина.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программу, которая определит: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сколько литров топлива потребуется;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сколько будет стоить поездка.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Расстояние: 470 км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Цена бензина: 67.50 руб.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Потребуется топлива: 36.66 л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поездки: 2474.55 руб.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D42AB-E75B-B3E1-976C-0D8CE3B6FABE}"/>
              </a:ext>
            </a:extLst>
          </p:cNvPr>
          <p:cNvSpPr txBox="1"/>
          <p:nvPr/>
        </p:nvSpPr>
        <p:spPr>
          <a:xfrm>
            <a:off x="6627266" y="962315"/>
            <a:ext cx="52174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2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резервного копирования доступно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Гбайт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памяти. Один архив занимает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614 400 Кбайт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Напишите программу, которая определяет, сколько полных архивов можно сохранить и сколько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Мбайт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останется свободно.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C61E9-5F64-CC34-39BE-8B13627F8835}"/>
              </a:ext>
            </a:extLst>
          </p:cNvPr>
          <p:cNvSpPr txBox="1"/>
          <p:nvPr/>
        </p:nvSpPr>
        <p:spPr>
          <a:xfrm>
            <a:off x="4054951" y="22833"/>
            <a:ext cx="6094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 для самостоятельного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874529674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Новый Шаблон презентаций_КМЭПТ.pot[Compatibility Mode]" id="{8761158C-B706-4B67-8AF6-F325C54A10D1}" vid="{087C47FC-ABA4-49F7-B1BF-F19EABEA7B3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5328</Words>
  <Application>Microsoft Office PowerPoint</Application>
  <PresentationFormat>Широкоэкранный</PresentationFormat>
  <Paragraphs>560</Paragraphs>
  <Slides>17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9" baseType="lpstr">
      <vt:lpstr>-apple-system</vt:lpstr>
      <vt:lpstr>Aptos</vt:lpstr>
      <vt:lpstr>Arial</vt:lpstr>
      <vt:lpstr>Calibri</vt:lpstr>
      <vt:lpstr>Calibri Light</vt:lpstr>
      <vt:lpstr>Cascadia Mono</vt:lpstr>
      <vt:lpstr>Google Sans</vt:lpstr>
      <vt:lpstr>KyivType Sans Heavy</vt:lpstr>
      <vt:lpstr>Symbol</vt:lpstr>
      <vt:lpstr>Times New Roman</vt:lpstr>
      <vt:lpstr>1_Тема Office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Наиля Мавлюдова</dc:creator>
  <cp:lastModifiedBy>Преподаватель</cp:lastModifiedBy>
  <cp:revision>11</cp:revision>
  <dcterms:created xsi:type="dcterms:W3CDTF">2026-08-30T10:35:11Z</dcterms:created>
  <dcterms:modified xsi:type="dcterms:W3CDTF">2026-09-24T10:12:11Z</dcterms:modified>
</cp:coreProperties>
</file>